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74" r:id="rId8"/>
    <p:sldId id="264" r:id="rId9"/>
    <p:sldId id="273" r:id="rId10"/>
  </p:sldIdLst>
  <p:sldSz cx="18288000" cy="10287000"/>
  <p:notesSz cx="6858000" cy="9144000"/>
  <p:embeddedFontLst>
    <p:embeddedFont>
      <p:font typeface="PT Serif" panose="020A0603040505020204" pitchFamily="18" charset="0"/>
      <p:regular r:id="rId12"/>
      <p:bold r:id="rId13"/>
    </p:embeddedFont>
    <p:embeddedFont>
      <p:font typeface="Roboto Mono" panose="00000009000000000000" pitchFamily="49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2" name="Google Shape;14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8" name="Google Shape;135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3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1" name="Google Shape;11;p3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2" name="Google Shape;12;p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13;p3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" name="Google Shape;14;p3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5" name="Google Shape;15;p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3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7" name="Google Shape;17;p3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8" name="Google Shape;18;p3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" name="Google Shape;21;p3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2" name="Google Shape;22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" name="Google Shape;24;p3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5" name="Google Shape;25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162483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4720200" y="5317600"/>
            <a:ext cx="81795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grpSp>
        <p:nvGrpSpPr>
          <p:cNvPr id="29" name="Google Shape;29;p3"/>
          <p:cNvGrpSpPr/>
          <p:nvPr/>
        </p:nvGrpSpPr>
        <p:grpSpPr>
          <a:xfrm>
            <a:off x="12463060" y="6442930"/>
            <a:ext cx="4886838" cy="2644600"/>
            <a:chOff x="0" y="-208564"/>
            <a:chExt cx="6515785" cy="3526133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2956287" y="2617201"/>
              <a:ext cx="3559495" cy="700368"/>
              <a:chOff x="0" y="-47625"/>
              <a:chExt cx="812800" cy="159927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3"/>
            <p:cNvGrpSpPr/>
            <p:nvPr/>
          </p:nvGrpSpPr>
          <p:grpSpPr>
            <a:xfrm>
              <a:off x="2500711" y="1675890"/>
              <a:ext cx="4015074" cy="700368"/>
              <a:chOff x="0" y="-47625"/>
              <a:chExt cx="916830" cy="159927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>
              <a:off x="1587463" y="-208564"/>
              <a:ext cx="2010528" cy="700368"/>
              <a:chOff x="0" y="-47625"/>
              <a:chExt cx="459098" cy="159927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" name="Google Shape;39;p3"/>
            <p:cNvGrpSpPr/>
            <p:nvPr/>
          </p:nvGrpSpPr>
          <p:grpSpPr>
            <a:xfrm>
              <a:off x="4062684" y="733663"/>
              <a:ext cx="2453091" cy="700368"/>
              <a:chOff x="0" y="-47625"/>
              <a:chExt cx="560156" cy="159927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4882719" y="-208564"/>
              <a:ext cx="1633045" cy="700368"/>
              <a:chOff x="0" y="-47625"/>
              <a:chExt cx="372901" cy="159927"/>
            </a:xfrm>
          </p:grpSpPr>
          <p:sp>
            <p:nvSpPr>
              <p:cNvPr id="43" name="Google Shape;43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" name="Google Shape;45;p3"/>
            <p:cNvGrpSpPr/>
            <p:nvPr/>
          </p:nvGrpSpPr>
          <p:grpSpPr>
            <a:xfrm>
              <a:off x="691427" y="1675890"/>
              <a:ext cx="1633045" cy="700368"/>
              <a:chOff x="0" y="-47625"/>
              <a:chExt cx="372901" cy="159927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" name="Google Shape;48;p3"/>
            <p:cNvGrpSpPr/>
            <p:nvPr/>
          </p:nvGrpSpPr>
          <p:grpSpPr>
            <a:xfrm>
              <a:off x="1160019" y="2617201"/>
              <a:ext cx="1633045" cy="700368"/>
              <a:chOff x="0" y="-47625"/>
              <a:chExt cx="372901" cy="159927"/>
            </a:xfrm>
          </p:grpSpPr>
          <p:sp>
            <p:nvSpPr>
              <p:cNvPr id="49" name="Google Shape;49;p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50;p3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1" name="Google Shape;51;p3"/>
            <p:cNvGrpSpPr/>
            <p:nvPr/>
          </p:nvGrpSpPr>
          <p:grpSpPr>
            <a:xfrm>
              <a:off x="2956287" y="733663"/>
              <a:ext cx="995853" cy="700368"/>
              <a:chOff x="0" y="-47625"/>
              <a:chExt cx="227400" cy="159927"/>
            </a:xfrm>
          </p:grpSpPr>
          <p:sp>
            <p:nvSpPr>
              <p:cNvPr id="52" name="Google Shape;52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0" y="2617201"/>
              <a:ext cx="995853" cy="700368"/>
              <a:chOff x="0" y="-47625"/>
              <a:chExt cx="227400" cy="159927"/>
            </a:xfrm>
          </p:grpSpPr>
          <p:sp>
            <p:nvSpPr>
              <p:cNvPr id="55" name="Google Shape;55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" name="Google Shape;57;p3"/>
            <p:cNvGrpSpPr/>
            <p:nvPr/>
          </p:nvGrpSpPr>
          <p:grpSpPr>
            <a:xfrm>
              <a:off x="3740791" y="-208564"/>
              <a:ext cx="995853" cy="700368"/>
              <a:chOff x="0" y="-47625"/>
              <a:chExt cx="227400" cy="159927"/>
            </a:xfrm>
          </p:grpSpPr>
          <p:sp>
            <p:nvSpPr>
              <p:cNvPr id="58" name="Google Shape;58;p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3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4"/>
          <p:cNvGrpSpPr/>
          <p:nvPr/>
        </p:nvGrpSpPr>
        <p:grpSpPr>
          <a:xfrm>
            <a:off x="485849" y="416341"/>
            <a:ext cx="17316324" cy="9454317"/>
            <a:chOff x="0" y="-241102"/>
            <a:chExt cx="23088432" cy="12605757"/>
          </a:xfrm>
        </p:grpSpPr>
        <p:grpSp>
          <p:nvGrpSpPr>
            <p:cNvPr id="62" name="Google Shape;62;p4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63" name="Google Shape;63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" name="Google Shape;65;p4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8" name="Google Shape;68;p4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9" name="Google Shape;69;p4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70" name="Google Shape;70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" name="Google Shape;72;p4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73" name="Google Shape;73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" name="Google Shape;75;p4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8" name="Google Shape;78;p4"/>
          <p:cNvSpPr txBox="1">
            <a:spLocks noGrp="1"/>
          </p:cNvSpPr>
          <p:nvPr>
            <p:ph type="title"/>
          </p:nvPr>
        </p:nvSpPr>
        <p:spPr>
          <a:xfrm>
            <a:off x="1378350" y="254467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4"/>
          <p:cNvSpPr txBox="1">
            <a:spLocks noGrp="1"/>
          </p:cNvSpPr>
          <p:nvPr>
            <p:ph type="body" idx="1"/>
          </p:nvPr>
        </p:nvSpPr>
        <p:spPr>
          <a:xfrm>
            <a:off x="3040350" y="49012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0" name="Google Shape;80;p4"/>
          <p:cNvGrpSpPr/>
          <p:nvPr/>
        </p:nvGrpSpPr>
        <p:grpSpPr>
          <a:xfrm>
            <a:off x="14608221" y="4420804"/>
            <a:ext cx="2670887" cy="1445394"/>
            <a:chOff x="0" y="-113990"/>
            <a:chExt cx="3561183" cy="1927192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1615742" y="1430417"/>
              <a:ext cx="1945437" cy="382785"/>
              <a:chOff x="0" y="-47625"/>
              <a:chExt cx="812800" cy="159927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4" name="Google Shape;84;p4"/>
            <p:cNvGrpSpPr/>
            <p:nvPr/>
          </p:nvGrpSpPr>
          <p:grpSpPr>
            <a:xfrm>
              <a:off x="1366750" y="915948"/>
              <a:ext cx="2194433" cy="382785"/>
              <a:chOff x="0" y="-47625"/>
              <a:chExt cx="916830" cy="159927"/>
            </a:xfrm>
          </p:grpSpPr>
          <p:sp>
            <p:nvSpPr>
              <p:cNvPr id="85" name="Google Shape;85;p4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7" name="Google Shape;87;p4"/>
            <p:cNvGrpSpPr/>
            <p:nvPr/>
          </p:nvGrpSpPr>
          <p:grpSpPr>
            <a:xfrm>
              <a:off x="867619" y="-113990"/>
              <a:ext cx="1098851" cy="382785"/>
              <a:chOff x="0" y="-47625"/>
              <a:chExt cx="459098" cy="159927"/>
            </a:xfrm>
          </p:grpSpPr>
          <p:sp>
            <p:nvSpPr>
              <p:cNvPr id="88" name="Google Shape;88;p4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0" name="Google Shape;90;p4"/>
            <p:cNvGrpSpPr/>
            <p:nvPr/>
          </p:nvGrpSpPr>
          <p:grpSpPr>
            <a:xfrm>
              <a:off x="2220438" y="400979"/>
              <a:ext cx="1340733" cy="382785"/>
              <a:chOff x="0" y="-47625"/>
              <a:chExt cx="560156" cy="159927"/>
            </a:xfrm>
          </p:grpSpPr>
          <p:sp>
            <p:nvSpPr>
              <p:cNvPr id="91" name="Google Shape;91;p4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" name="Google Shape;93;p4"/>
            <p:cNvGrpSpPr/>
            <p:nvPr/>
          </p:nvGrpSpPr>
          <p:grpSpPr>
            <a:xfrm>
              <a:off x="2668624" y="-113990"/>
              <a:ext cx="892539" cy="382785"/>
              <a:chOff x="0" y="-47625"/>
              <a:chExt cx="372901" cy="159927"/>
            </a:xfrm>
          </p:grpSpPr>
          <p:sp>
            <p:nvSpPr>
              <p:cNvPr id="94" name="Google Shape;94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4"/>
            <p:cNvGrpSpPr/>
            <p:nvPr/>
          </p:nvGrpSpPr>
          <p:grpSpPr>
            <a:xfrm>
              <a:off x="377896" y="915948"/>
              <a:ext cx="892539" cy="382785"/>
              <a:chOff x="0" y="-47625"/>
              <a:chExt cx="372901" cy="159927"/>
            </a:xfrm>
          </p:grpSpPr>
          <p:sp>
            <p:nvSpPr>
              <p:cNvPr id="97" name="Google Shape;97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9" name="Google Shape;99;p4"/>
            <p:cNvGrpSpPr/>
            <p:nvPr/>
          </p:nvGrpSpPr>
          <p:grpSpPr>
            <a:xfrm>
              <a:off x="634002" y="1430417"/>
              <a:ext cx="892539" cy="382785"/>
              <a:chOff x="0" y="-47625"/>
              <a:chExt cx="372901" cy="159927"/>
            </a:xfrm>
          </p:grpSpPr>
          <p:sp>
            <p:nvSpPr>
              <p:cNvPr id="100" name="Google Shape;100;p4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2" name="Google Shape;102;p4"/>
            <p:cNvGrpSpPr/>
            <p:nvPr/>
          </p:nvGrpSpPr>
          <p:grpSpPr>
            <a:xfrm>
              <a:off x="1615742" y="400979"/>
              <a:ext cx="544282" cy="382785"/>
              <a:chOff x="0" y="-47625"/>
              <a:chExt cx="227400" cy="159927"/>
            </a:xfrm>
          </p:grpSpPr>
          <p:sp>
            <p:nvSpPr>
              <p:cNvPr id="103" name="Google Shape;103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5" name="Google Shape;105;p4"/>
            <p:cNvGrpSpPr/>
            <p:nvPr/>
          </p:nvGrpSpPr>
          <p:grpSpPr>
            <a:xfrm>
              <a:off x="0" y="1430417"/>
              <a:ext cx="544282" cy="382785"/>
              <a:chOff x="0" y="-47625"/>
              <a:chExt cx="227400" cy="159927"/>
            </a:xfrm>
          </p:grpSpPr>
          <p:sp>
            <p:nvSpPr>
              <p:cNvPr id="106" name="Google Shape;106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8" name="Google Shape;108;p4"/>
            <p:cNvGrpSpPr/>
            <p:nvPr/>
          </p:nvGrpSpPr>
          <p:grpSpPr>
            <a:xfrm>
              <a:off x="2044509" y="-113990"/>
              <a:ext cx="544282" cy="382785"/>
              <a:chOff x="0" y="-47625"/>
              <a:chExt cx="227400" cy="159927"/>
            </a:xfrm>
          </p:grpSpPr>
          <p:sp>
            <p:nvSpPr>
              <p:cNvPr id="109" name="Google Shape;109;p4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5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13" name="Google Shape;113;p5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14" name="Google Shape;114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5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17" name="Google Shape;117;p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5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19" name="Google Shape;119;p5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20" name="Google Shape;120;p5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" name="Google Shape;123;p5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124" name="Google Shape;12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" name="Google Shape;126;p5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127" name="Google Shape;127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" name="Google Shape;129;p5"/>
          <p:cNvSpPr txBox="1">
            <a:spLocks noGrp="1"/>
          </p:cNvSpPr>
          <p:nvPr>
            <p:ph type="title"/>
          </p:nvPr>
        </p:nvSpPr>
        <p:spPr>
          <a:xfrm>
            <a:off x="1652699" y="1426875"/>
            <a:ext cx="149826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 cap="none"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130" name="Google Shape;130;p5"/>
          <p:cNvSpPr txBox="1">
            <a:spLocks noGrp="1"/>
          </p:cNvSpPr>
          <p:nvPr>
            <p:ph type="body" idx="1"/>
          </p:nvPr>
        </p:nvSpPr>
        <p:spPr>
          <a:xfrm>
            <a:off x="2884763" y="730876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131" name="Google Shape;131;p5"/>
          <p:cNvGrpSpPr/>
          <p:nvPr/>
        </p:nvGrpSpPr>
        <p:grpSpPr>
          <a:xfrm>
            <a:off x="13698276" y="7440085"/>
            <a:ext cx="3714649" cy="1818074"/>
            <a:chOff x="0" y="-208564"/>
            <a:chExt cx="6515785" cy="3526133"/>
          </a:xfrm>
        </p:grpSpPr>
        <p:grpSp>
          <p:nvGrpSpPr>
            <p:cNvPr id="132" name="Google Shape;132;p5"/>
            <p:cNvGrpSpPr/>
            <p:nvPr/>
          </p:nvGrpSpPr>
          <p:grpSpPr>
            <a:xfrm>
              <a:off x="2956287" y="2617201"/>
              <a:ext cx="3559495" cy="700368"/>
              <a:chOff x="0" y="-47625"/>
              <a:chExt cx="812800" cy="159927"/>
            </a:xfrm>
          </p:grpSpPr>
          <p:sp>
            <p:nvSpPr>
              <p:cNvPr id="133" name="Google Shape;133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" name="Google Shape;135;p5"/>
            <p:cNvGrpSpPr/>
            <p:nvPr/>
          </p:nvGrpSpPr>
          <p:grpSpPr>
            <a:xfrm>
              <a:off x="2500711" y="1675890"/>
              <a:ext cx="4015074" cy="700368"/>
              <a:chOff x="0" y="-47625"/>
              <a:chExt cx="916830" cy="159927"/>
            </a:xfrm>
          </p:grpSpPr>
          <p:sp>
            <p:nvSpPr>
              <p:cNvPr id="136" name="Google Shape;136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" name="Google Shape;138;p5"/>
            <p:cNvGrpSpPr/>
            <p:nvPr/>
          </p:nvGrpSpPr>
          <p:grpSpPr>
            <a:xfrm>
              <a:off x="1587463" y="-208564"/>
              <a:ext cx="2010528" cy="700368"/>
              <a:chOff x="0" y="-47625"/>
              <a:chExt cx="459098" cy="159927"/>
            </a:xfrm>
          </p:grpSpPr>
          <p:sp>
            <p:nvSpPr>
              <p:cNvPr id="139" name="Google Shape;139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" name="Google Shape;141;p5"/>
            <p:cNvGrpSpPr/>
            <p:nvPr/>
          </p:nvGrpSpPr>
          <p:grpSpPr>
            <a:xfrm>
              <a:off x="4062684" y="733663"/>
              <a:ext cx="2453091" cy="700368"/>
              <a:chOff x="0" y="-47625"/>
              <a:chExt cx="560156" cy="159927"/>
            </a:xfrm>
          </p:grpSpPr>
          <p:sp>
            <p:nvSpPr>
              <p:cNvPr id="142" name="Google Shape;142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" name="Google Shape;144;p5"/>
            <p:cNvGrpSpPr/>
            <p:nvPr/>
          </p:nvGrpSpPr>
          <p:grpSpPr>
            <a:xfrm>
              <a:off x="4882719" y="-208564"/>
              <a:ext cx="1633045" cy="700368"/>
              <a:chOff x="0" y="-47625"/>
              <a:chExt cx="372901" cy="159927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7" name="Google Shape;147;p5"/>
            <p:cNvGrpSpPr/>
            <p:nvPr/>
          </p:nvGrpSpPr>
          <p:grpSpPr>
            <a:xfrm>
              <a:off x="691427" y="1675890"/>
              <a:ext cx="1633045" cy="700368"/>
              <a:chOff x="0" y="-47625"/>
              <a:chExt cx="372901" cy="159927"/>
            </a:xfrm>
          </p:grpSpPr>
          <p:sp>
            <p:nvSpPr>
              <p:cNvPr id="148" name="Google Shape;148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0" name="Google Shape;150;p5"/>
            <p:cNvGrpSpPr/>
            <p:nvPr/>
          </p:nvGrpSpPr>
          <p:grpSpPr>
            <a:xfrm>
              <a:off x="1160019" y="2617201"/>
              <a:ext cx="1633045" cy="700368"/>
              <a:chOff x="0" y="-47625"/>
              <a:chExt cx="372901" cy="159927"/>
            </a:xfrm>
          </p:grpSpPr>
          <p:sp>
            <p:nvSpPr>
              <p:cNvPr id="151" name="Google Shape;151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3" name="Google Shape;153;p5"/>
            <p:cNvGrpSpPr/>
            <p:nvPr/>
          </p:nvGrpSpPr>
          <p:grpSpPr>
            <a:xfrm>
              <a:off x="2956287" y="733663"/>
              <a:ext cx="995853" cy="700368"/>
              <a:chOff x="0" y="-47625"/>
              <a:chExt cx="227400" cy="159927"/>
            </a:xfrm>
          </p:grpSpPr>
          <p:sp>
            <p:nvSpPr>
              <p:cNvPr id="154" name="Google Shape;154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6" name="Google Shape;156;p5"/>
            <p:cNvGrpSpPr/>
            <p:nvPr/>
          </p:nvGrpSpPr>
          <p:grpSpPr>
            <a:xfrm>
              <a:off x="0" y="2617201"/>
              <a:ext cx="995853" cy="700368"/>
              <a:chOff x="0" y="-47625"/>
              <a:chExt cx="227400" cy="159927"/>
            </a:xfrm>
          </p:grpSpPr>
          <p:sp>
            <p:nvSpPr>
              <p:cNvPr id="157" name="Google Shape;157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59" name="Google Shape;159;p5"/>
            <p:cNvGrpSpPr/>
            <p:nvPr/>
          </p:nvGrpSpPr>
          <p:grpSpPr>
            <a:xfrm>
              <a:off x="3740791" y="-208564"/>
              <a:ext cx="995853" cy="700368"/>
              <a:chOff x="0" y="-47625"/>
              <a:chExt cx="227400" cy="159927"/>
            </a:xfrm>
          </p:grpSpPr>
          <p:sp>
            <p:nvSpPr>
              <p:cNvPr id="160" name="Google Shape;160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62" name="Google Shape;162;p5"/>
          <p:cNvGrpSpPr/>
          <p:nvPr/>
        </p:nvGrpSpPr>
        <p:grpSpPr>
          <a:xfrm rot="10800000">
            <a:off x="11867092" y="4823492"/>
            <a:ext cx="2706685" cy="1500404"/>
            <a:chOff x="0" y="-143394"/>
            <a:chExt cx="4479783" cy="2424307"/>
          </a:xfrm>
        </p:grpSpPr>
        <p:grpSp>
          <p:nvGrpSpPr>
            <p:cNvPr id="163" name="Google Shape;163;p5"/>
            <p:cNvGrpSpPr/>
            <p:nvPr/>
          </p:nvGrpSpPr>
          <p:grpSpPr>
            <a:xfrm>
              <a:off x="2032520" y="1799389"/>
              <a:ext cx="2447260" cy="481524"/>
              <a:chOff x="0" y="-47625"/>
              <a:chExt cx="812800" cy="159927"/>
            </a:xfrm>
          </p:grpSpPr>
          <p:sp>
            <p:nvSpPr>
              <p:cNvPr id="164" name="Google Shape;164;p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5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6" name="Google Shape;166;p5"/>
            <p:cNvGrpSpPr/>
            <p:nvPr/>
          </p:nvGrpSpPr>
          <p:grpSpPr>
            <a:xfrm>
              <a:off x="1719300" y="1152214"/>
              <a:ext cx="2760483" cy="481524"/>
              <a:chOff x="0" y="-47625"/>
              <a:chExt cx="916830" cy="159927"/>
            </a:xfrm>
          </p:grpSpPr>
          <p:sp>
            <p:nvSpPr>
              <p:cNvPr id="167" name="Google Shape;167;p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5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9" name="Google Shape;169;p5"/>
            <p:cNvGrpSpPr/>
            <p:nvPr/>
          </p:nvGrpSpPr>
          <p:grpSpPr>
            <a:xfrm>
              <a:off x="1091420" y="-143394"/>
              <a:ext cx="1382252" cy="481524"/>
              <a:chOff x="0" y="-47625"/>
              <a:chExt cx="459098" cy="159927"/>
            </a:xfrm>
          </p:grpSpPr>
          <p:sp>
            <p:nvSpPr>
              <p:cNvPr id="170" name="Google Shape;170;p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2" name="Google Shape;172;p5"/>
            <p:cNvGrpSpPr/>
            <p:nvPr/>
          </p:nvGrpSpPr>
          <p:grpSpPr>
            <a:xfrm>
              <a:off x="2793195" y="504410"/>
              <a:ext cx="1686518" cy="481524"/>
              <a:chOff x="0" y="-47625"/>
              <a:chExt cx="560156" cy="159927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5" name="Google Shape;175;p5"/>
            <p:cNvGrpSpPr/>
            <p:nvPr/>
          </p:nvGrpSpPr>
          <p:grpSpPr>
            <a:xfrm>
              <a:off x="3356989" y="-143394"/>
              <a:ext cx="1122768" cy="481524"/>
              <a:chOff x="0" y="-47625"/>
              <a:chExt cx="372901" cy="159927"/>
            </a:xfrm>
          </p:grpSpPr>
          <p:sp>
            <p:nvSpPr>
              <p:cNvPr id="176" name="Google Shape;176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8" name="Google Shape;178;p5"/>
            <p:cNvGrpSpPr/>
            <p:nvPr/>
          </p:nvGrpSpPr>
          <p:grpSpPr>
            <a:xfrm>
              <a:off x="475373" y="1152214"/>
              <a:ext cx="1122768" cy="481524"/>
              <a:chOff x="0" y="-47625"/>
              <a:chExt cx="372901" cy="159927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1" name="Google Shape;181;p5"/>
            <p:cNvGrpSpPr/>
            <p:nvPr/>
          </p:nvGrpSpPr>
          <p:grpSpPr>
            <a:xfrm>
              <a:off x="797541" y="1799389"/>
              <a:ext cx="1122768" cy="481524"/>
              <a:chOff x="0" y="-47625"/>
              <a:chExt cx="372901" cy="159927"/>
            </a:xfrm>
          </p:grpSpPr>
          <p:sp>
            <p:nvSpPr>
              <p:cNvPr id="182" name="Google Shape;182;p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4" name="Google Shape;184;p5"/>
            <p:cNvGrpSpPr/>
            <p:nvPr/>
          </p:nvGrpSpPr>
          <p:grpSpPr>
            <a:xfrm>
              <a:off x="2032520" y="504410"/>
              <a:ext cx="684679" cy="481524"/>
              <a:chOff x="0" y="-47625"/>
              <a:chExt cx="227400" cy="159927"/>
            </a:xfrm>
          </p:grpSpPr>
          <p:sp>
            <p:nvSpPr>
              <p:cNvPr id="185" name="Google Shape;185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7" name="Google Shape;187;p5"/>
            <p:cNvGrpSpPr/>
            <p:nvPr/>
          </p:nvGrpSpPr>
          <p:grpSpPr>
            <a:xfrm>
              <a:off x="0" y="1799389"/>
              <a:ext cx="684679" cy="481524"/>
              <a:chOff x="0" y="-47625"/>
              <a:chExt cx="227400" cy="159927"/>
            </a:xfrm>
          </p:grpSpPr>
          <p:sp>
            <p:nvSpPr>
              <p:cNvPr id="188" name="Google Shape;188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0" name="Google Shape;190;p5"/>
            <p:cNvGrpSpPr/>
            <p:nvPr/>
          </p:nvGrpSpPr>
          <p:grpSpPr>
            <a:xfrm>
              <a:off x="2571886" y="-143394"/>
              <a:ext cx="684679" cy="481524"/>
              <a:chOff x="0" y="-47625"/>
              <a:chExt cx="227400" cy="159927"/>
            </a:xfrm>
          </p:grpSpPr>
          <p:sp>
            <p:nvSpPr>
              <p:cNvPr id="191" name="Google Shape;191;p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" name="Google Shape;194;p6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196" name="Google Shape;196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8" name="Google Shape;198;p6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01" name="Google Shape;201;p6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02" name="Google Shape;202;p6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03" name="Google Shape;203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5" name="Google Shape;205;p6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06" name="Google Shape;206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8" name="Google Shape;208;p6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11" name="Google Shape;211;p6"/>
          <p:cNvSpPr txBox="1">
            <a:spLocks noGrp="1"/>
          </p:cNvSpPr>
          <p:nvPr>
            <p:ph type="title"/>
          </p:nvPr>
        </p:nvSpPr>
        <p:spPr>
          <a:xfrm>
            <a:off x="1378563" y="2235750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212" name="Google Shape;212;p6"/>
          <p:cNvSpPr txBox="1">
            <a:spLocks noGrp="1"/>
          </p:cNvSpPr>
          <p:nvPr>
            <p:ph type="body" idx="1"/>
          </p:nvPr>
        </p:nvSpPr>
        <p:spPr>
          <a:xfrm>
            <a:off x="2742475" y="4534925"/>
            <a:ext cx="62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6"/>
          <p:cNvSpPr txBox="1">
            <a:spLocks noGrp="1"/>
          </p:cNvSpPr>
          <p:nvPr>
            <p:ph type="body" idx="2"/>
          </p:nvPr>
        </p:nvSpPr>
        <p:spPr>
          <a:xfrm>
            <a:off x="9262738" y="4534925"/>
            <a:ext cx="62832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" name="Google Shape;215;p7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16" name="Google Shape;216;p7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17" name="Google Shape;217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9" name="Google Shape;219;p7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20" name="Google Shape;220;p7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7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22" name="Google Shape;222;p7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23" name="Google Shape;223;p7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24" name="Google Shape;224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6" name="Google Shape;226;p7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27" name="Google Shape;227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9" name="Google Shape;229;p7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30" name="Google Shape;23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7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32" name="Google Shape;232;p7"/>
          <p:cNvSpPr txBox="1">
            <a:spLocks noGrp="1"/>
          </p:cNvSpPr>
          <p:nvPr>
            <p:ph type="title"/>
          </p:nvPr>
        </p:nvSpPr>
        <p:spPr>
          <a:xfrm>
            <a:off x="1378563" y="212622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7"/>
          <p:cNvSpPr txBox="1">
            <a:spLocks noGrp="1"/>
          </p:cNvSpPr>
          <p:nvPr>
            <p:ph type="body" idx="1"/>
          </p:nvPr>
        </p:nvSpPr>
        <p:spPr>
          <a:xfrm>
            <a:off x="3429026" y="5264075"/>
            <a:ext cx="5610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7"/>
          <p:cNvSpPr txBox="1">
            <a:spLocks noGrp="1"/>
          </p:cNvSpPr>
          <p:nvPr>
            <p:ph type="body" idx="2"/>
          </p:nvPr>
        </p:nvSpPr>
        <p:spPr>
          <a:xfrm>
            <a:off x="9245366" y="5264075"/>
            <a:ext cx="56136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" name="Google Shape;236;p8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37" name="Google Shape;237;p8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38" name="Google Shape;238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8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41" name="Google Shape;241;p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8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43" name="Google Shape;243;p8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44" name="Google Shape;244;p8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45" name="Google Shape;24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7" name="Google Shape;247;p8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48" name="Google Shape;24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0" name="Google Shape;250;p8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251" name="Google Shape;251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8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53" name="Google Shape;253;p8"/>
          <p:cNvSpPr txBox="1">
            <a:spLocks noGrp="1"/>
          </p:cNvSpPr>
          <p:nvPr>
            <p:ph type="title"/>
          </p:nvPr>
        </p:nvSpPr>
        <p:spPr>
          <a:xfrm>
            <a:off x="1378350" y="223472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54" name="Google Shape;254;p8"/>
          <p:cNvGrpSpPr/>
          <p:nvPr/>
        </p:nvGrpSpPr>
        <p:grpSpPr>
          <a:xfrm>
            <a:off x="12611614" y="6571198"/>
            <a:ext cx="4647705" cy="2515190"/>
            <a:chOff x="0" y="-198358"/>
            <a:chExt cx="6196940" cy="3353587"/>
          </a:xfrm>
        </p:grpSpPr>
        <p:grpSp>
          <p:nvGrpSpPr>
            <p:cNvPr id="255" name="Google Shape;255;p8"/>
            <p:cNvGrpSpPr/>
            <p:nvPr/>
          </p:nvGrpSpPr>
          <p:grpSpPr>
            <a:xfrm>
              <a:off x="2811625" y="2489133"/>
              <a:ext cx="3385312" cy="666096"/>
              <a:chOff x="0" y="-47625"/>
              <a:chExt cx="812800" cy="159927"/>
            </a:xfrm>
          </p:grpSpPr>
          <p:sp>
            <p:nvSpPr>
              <p:cNvPr id="256" name="Google Shape;256;p8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8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8" name="Google Shape;258;p8"/>
            <p:cNvGrpSpPr/>
            <p:nvPr/>
          </p:nvGrpSpPr>
          <p:grpSpPr>
            <a:xfrm>
              <a:off x="2378343" y="1593883"/>
              <a:ext cx="3818597" cy="666096"/>
              <a:chOff x="0" y="-47625"/>
              <a:chExt cx="916830" cy="159927"/>
            </a:xfrm>
          </p:grpSpPr>
          <p:sp>
            <p:nvSpPr>
              <p:cNvPr id="259" name="Google Shape;259;p8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8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1" name="Google Shape;261;p8"/>
            <p:cNvGrpSpPr/>
            <p:nvPr/>
          </p:nvGrpSpPr>
          <p:grpSpPr>
            <a:xfrm>
              <a:off x="1509783" y="-198358"/>
              <a:ext cx="1912143" cy="666096"/>
              <a:chOff x="0" y="-47625"/>
              <a:chExt cx="459098" cy="159927"/>
            </a:xfrm>
          </p:grpSpPr>
          <p:sp>
            <p:nvSpPr>
              <p:cNvPr id="262" name="Google Shape;262;p8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8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4" name="Google Shape;264;p8"/>
            <p:cNvGrpSpPr/>
            <p:nvPr/>
          </p:nvGrpSpPr>
          <p:grpSpPr>
            <a:xfrm>
              <a:off x="3863883" y="697763"/>
              <a:ext cx="2333050" cy="666096"/>
              <a:chOff x="0" y="-47625"/>
              <a:chExt cx="560156" cy="159927"/>
            </a:xfrm>
          </p:grpSpPr>
          <p:sp>
            <p:nvSpPr>
              <p:cNvPr id="265" name="Google Shape;265;p8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8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7" name="Google Shape;267;p8"/>
            <p:cNvGrpSpPr/>
            <p:nvPr/>
          </p:nvGrpSpPr>
          <p:grpSpPr>
            <a:xfrm>
              <a:off x="4643791" y="-198358"/>
              <a:ext cx="1553133" cy="666096"/>
              <a:chOff x="0" y="-47625"/>
              <a:chExt cx="372901" cy="159927"/>
            </a:xfrm>
          </p:grpSpPr>
          <p:sp>
            <p:nvSpPr>
              <p:cNvPr id="268" name="Google Shape;268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0" name="Google Shape;270;p8"/>
            <p:cNvGrpSpPr/>
            <p:nvPr/>
          </p:nvGrpSpPr>
          <p:grpSpPr>
            <a:xfrm>
              <a:off x="657593" y="1593883"/>
              <a:ext cx="1553133" cy="666096"/>
              <a:chOff x="0" y="-47625"/>
              <a:chExt cx="372901" cy="159927"/>
            </a:xfrm>
          </p:grpSpPr>
          <p:sp>
            <p:nvSpPr>
              <p:cNvPr id="271" name="Google Shape;271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3" name="Google Shape;273;p8"/>
            <p:cNvGrpSpPr/>
            <p:nvPr/>
          </p:nvGrpSpPr>
          <p:grpSpPr>
            <a:xfrm>
              <a:off x="1103255" y="2489133"/>
              <a:ext cx="1553133" cy="666096"/>
              <a:chOff x="0" y="-47625"/>
              <a:chExt cx="372901" cy="159927"/>
            </a:xfrm>
          </p:grpSpPr>
          <p:sp>
            <p:nvSpPr>
              <p:cNvPr id="274" name="Google Shape;274;p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8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8"/>
            <p:cNvGrpSpPr/>
            <p:nvPr/>
          </p:nvGrpSpPr>
          <p:grpSpPr>
            <a:xfrm>
              <a:off x="2811625" y="697763"/>
              <a:ext cx="947121" cy="666096"/>
              <a:chOff x="0" y="-47625"/>
              <a:chExt cx="227400" cy="159927"/>
            </a:xfrm>
          </p:grpSpPr>
          <p:sp>
            <p:nvSpPr>
              <p:cNvPr id="277" name="Google Shape;277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9" name="Google Shape;279;p8"/>
            <p:cNvGrpSpPr/>
            <p:nvPr/>
          </p:nvGrpSpPr>
          <p:grpSpPr>
            <a:xfrm>
              <a:off x="0" y="2489133"/>
              <a:ext cx="947121" cy="666096"/>
              <a:chOff x="0" y="-47625"/>
              <a:chExt cx="227400" cy="159927"/>
            </a:xfrm>
          </p:grpSpPr>
          <p:sp>
            <p:nvSpPr>
              <p:cNvPr id="280" name="Google Shape;280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2" name="Google Shape;282;p8"/>
            <p:cNvGrpSpPr/>
            <p:nvPr/>
          </p:nvGrpSpPr>
          <p:grpSpPr>
            <a:xfrm>
              <a:off x="3557742" y="-198358"/>
              <a:ext cx="947121" cy="666096"/>
              <a:chOff x="0" y="-47625"/>
              <a:chExt cx="227400" cy="159927"/>
            </a:xfrm>
          </p:grpSpPr>
          <p:sp>
            <p:nvSpPr>
              <p:cNvPr id="283" name="Google Shape;283;p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8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9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287" name="Google Shape;287;p9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288" name="Google Shape;288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0" name="Google Shape;290;p9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291" name="Google Shape;291;p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9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293" name="Google Shape;293;p9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294" name="Google Shape;294;p9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295" name="Google Shape;295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7" name="Google Shape;297;p9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298" name="Google Shape;298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0" name="Google Shape;300;p9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01" name="Google Shape;301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9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03" name="Google Shape;303;p9"/>
          <p:cNvSpPr txBox="1">
            <a:spLocks noGrp="1"/>
          </p:cNvSpPr>
          <p:nvPr>
            <p:ph type="title"/>
          </p:nvPr>
        </p:nvSpPr>
        <p:spPr>
          <a:xfrm>
            <a:off x="1339563" y="2976075"/>
            <a:ext cx="15609300" cy="11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Font typeface="Courier"/>
              <a:buNone/>
              <a:defRPr sz="9900"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  <p:sp>
        <p:nvSpPr>
          <p:cNvPr id="304" name="Google Shape;304;p9"/>
          <p:cNvSpPr txBox="1">
            <a:spLocks noGrp="1"/>
          </p:cNvSpPr>
          <p:nvPr>
            <p:ph type="body" idx="1"/>
          </p:nvPr>
        </p:nvSpPr>
        <p:spPr>
          <a:xfrm>
            <a:off x="7732400" y="5136775"/>
            <a:ext cx="9338100" cy="44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9"/>
          <p:cNvSpPr txBox="1">
            <a:spLocks noGrp="1"/>
          </p:cNvSpPr>
          <p:nvPr>
            <p:ph type="body" idx="2"/>
          </p:nvPr>
        </p:nvSpPr>
        <p:spPr>
          <a:xfrm>
            <a:off x="1804900" y="5392513"/>
            <a:ext cx="5496000" cy="39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grpSp>
        <p:nvGrpSpPr>
          <p:cNvPr id="306" name="Google Shape;306;p9"/>
          <p:cNvGrpSpPr/>
          <p:nvPr/>
        </p:nvGrpSpPr>
        <p:grpSpPr>
          <a:xfrm>
            <a:off x="14691927" y="3329451"/>
            <a:ext cx="2069840" cy="1189175"/>
            <a:chOff x="0" y="-126054"/>
            <a:chExt cx="3938053" cy="2131138"/>
          </a:xfrm>
        </p:grpSpPr>
        <p:grpSp>
          <p:nvGrpSpPr>
            <p:cNvPr id="307" name="Google Shape;307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08" name="Google Shape;308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0" name="Google Shape;310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11" name="Google Shape;311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3" name="Google Shape;313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14" name="Google Shape;314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17" name="Google Shape;317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9" name="Google Shape;319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20" name="Google Shape;320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2" name="Google Shape;322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23" name="Google Shape;323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5" name="Google Shape;325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26" name="Google Shape;326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8" name="Google Shape;328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29" name="Google Shape;329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1" name="Google Shape;331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32" name="Google Shape;332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4" name="Google Shape;334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35" name="Google Shape;335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7" name="Google Shape;337;p9"/>
          <p:cNvGrpSpPr/>
          <p:nvPr/>
        </p:nvGrpSpPr>
        <p:grpSpPr>
          <a:xfrm rot="10800000">
            <a:off x="14691864" y="7775570"/>
            <a:ext cx="2069840" cy="1189175"/>
            <a:chOff x="0" y="-126054"/>
            <a:chExt cx="3938053" cy="2131138"/>
          </a:xfrm>
        </p:grpSpPr>
        <p:grpSp>
          <p:nvGrpSpPr>
            <p:cNvPr id="338" name="Google Shape;338;p9"/>
            <p:cNvGrpSpPr/>
            <p:nvPr/>
          </p:nvGrpSpPr>
          <p:grpSpPr>
            <a:xfrm>
              <a:off x="1786728" y="1581789"/>
              <a:ext cx="2151319" cy="423295"/>
              <a:chOff x="0" y="-47625"/>
              <a:chExt cx="812800" cy="159927"/>
            </a:xfrm>
          </p:grpSpPr>
          <p:sp>
            <p:nvSpPr>
              <p:cNvPr id="339" name="Google Shape;339;p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9"/>
              <p:cNvSpPr txBox="1"/>
              <p:nvPr/>
            </p:nvSpPr>
            <p:spPr>
              <a:xfrm>
                <a:off x="0" y="-47625"/>
                <a:ext cx="8127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1" name="Google Shape;341;p9"/>
            <p:cNvGrpSpPr/>
            <p:nvPr/>
          </p:nvGrpSpPr>
          <p:grpSpPr>
            <a:xfrm>
              <a:off x="1511387" y="1012877"/>
              <a:ext cx="2426666" cy="423295"/>
              <a:chOff x="0" y="-47625"/>
              <a:chExt cx="916830" cy="159927"/>
            </a:xfrm>
          </p:grpSpPr>
          <p:sp>
            <p:nvSpPr>
              <p:cNvPr id="342" name="Google Shape;342;p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9"/>
              <p:cNvSpPr txBox="1"/>
              <p:nvPr/>
            </p:nvSpPr>
            <p:spPr>
              <a:xfrm>
                <a:off x="0" y="-47625"/>
                <a:ext cx="9168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4" name="Google Shape;344;p9"/>
            <p:cNvGrpSpPr/>
            <p:nvPr/>
          </p:nvGrpSpPr>
          <p:grpSpPr>
            <a:xfrm>
              <a:off x="959435" y="-126054"/>
              <a:ext cx="1215141" cy="423295"/>
              <a:chOff x="0" y="-47625"/>
              <a:chExt cx="459098" cy="159927"/>
            </a:xfrm>
          </p:grpSpPr>
          <p:sp>
            <p:nvSpPr>
              <p:cNvPr id="345" name="Google Shape;345;p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9"/>
              <p:cNvSpPr txBox="1"/>
              <p:nvPr/>
            </p:nvSpPr>
            <p:spPr>
              <a:xfrm>
                <a:off x="0" y="-47625"/>
                <a:ext cx="4590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47" name="Google Shape;347;p9"/>
            <p:cNvGrpSpPr/>
            <p:nvPr/>
          </p:nvGrpSpPr>
          <p:grpSpPr>
            <a:xfrm>
              <a:off x="2455415" y="443412"/>
              <a:ext cx="1482565" cy="423295"/>
              <a:chOff x="0" y="-47625"/>
              <a:chExt cx="560156" cy="159927"/>
            </a:xfrm>
          </p:grpSpPr>
          <p:sp>
            <p:nvSpPr>
              <p:cNvPr id="348" name="Google Shape;348;p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9"/>
              <p:cNvSpPr txBox="1"/>
              <p:nvPr/>
            </p:nvSpPr>
            <p:spPr>
              <a:xfrm>
                <a:off x="0" y="-47625"/>
                <a:ext cx="5601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0" name="Google Shape;350;p9"/>
            <p:cNvGrpSpPr/>
            <p:nvPr/>
          </p:nvGrpSpPr>
          <p:grpSpPr>
            <a:xfrm>
              <a:off x="2951031" y="-126054"/>
              <a:ext cx="986994" cy="423295"/>
              <a:chOff x="0" y="-47625"/>
              <a:chExt cx="372901" cy="159927"/>
            </a:xfrm>
          </p:grpSpPr>
          <p:sp>
            <p:nvSpPr>
              <p:cNvPr id="351" name="Google Shape;351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3" name="Google Shape;353;p9"/>
            <p:cNvGrpSpPr/>
            <p:nvPr/>
          </p:nvGrpSpPr>
          <p:grpSpPr>
            <a:xfrm>
              <a:off x="417886" y="1012877"/>
              <a:ext cx="986994" cy="423295"/>
              <a:chOff x="0" y="-47625"/>
              <a:chExt cx="372901" cy="159927"/>
            </a:xfrm>
          </p:grpSpPr>
          <p:sp>
            <p:nvSpPr>
              <p:cNvPr id="354" name="Google Shape;354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6" name="Google Shape;356;p9"/>
            <p:cNvGrpSpPr/>
            <p:nvPr/>
          </p:nvGrpSpPr>
          <p:grpSpPr>
            <a:xfrm>
              <a:off x="701095" y="1581789"/>
              <a:ext cx="986994" cy="423295"/>
              <a:chOff x="0" y="-47625"/>
              <a:chExt cx="372901" cy="159927"/>
            </a:xfrm>
          </p:grpSpPr>
          <p:sp>
            <p:nvSpPr>
              <p:cNvPr id="357" name="Google Shape;357;p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9"/>
              <p:cNvSpPr txBox="1"/>
              <p:nvPr/>
            </p:nvSpPr>
            <p:spPr>
              <a:xfrm>
                <a:off x="0" y="-47625"/>
                <a:ext cx="3729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9" name="Google Shape;359;p9"/>
            <p:cNvGrpSpPr/>
            <p:nvPr/>
          </p:nvGrpSpPr>
          <p:grpSpPr>
            <a:xfrm>
              <a:off x="1786728" y="443412"/>
              <a:ext cx="601882" cy="423295"/>
              <a:chOff x="0" y="-47625"/>
              <a:chExt cx="227400" cy="159927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2" name="Google Shape;362;p9"/>
            <p:cNvGrpSpPr/>
            <p:nvPr/>
          </p:nvGrpSpPr>
          <p:grpSpPr>
            <a:xfrm>
              <a:off x="0" y="1581789"/>
              <a:ext cx="601882" cy="423295"/>
              <a:chOff x="0" y="-47625"/>
              <a:chExt cx="227400" cy="159927"/>
            </a:xfrm>
          </p:grpSpPr>
          <p:sp>
            <p:nvSpPr>
              <p:cNvPr id="363" name="Google Shape;363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5" name="Google Shape;365;p9"/>
            <p:cNvGrpSpPr/>
            <p:nvPr/>
          </p:nvGrpSpPr>
          <p:grpSpPr>
            <a:xfrm>
              <a:off x="2260869" y="-126054"/>
              <a:ext cx="601882" cy="423295"/>
              <a:chOff x="0" y="-47625"/>
              <a:chExt cx="227400" cy="159927"/>
            </a:xfrm>
          </p:grpSpPr>
          <p:sp>
            <p:nvSpPr>
              <p:cNvPr id="366" name="Google Shape;366;p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9"/>
              <p:cNvSpPr txBox="1"/>
              <p:nvPr/>
            </p:nvSpPr>
            <p:spPr>
              <a:xfrm>
                <a:off x="0" y="-47625"/>
                <a:ext cx="227400" cy="159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9" name="Google Shape;369;p10"/>
          <p:cNvGrpSpPr/>
          <p:nvPr/>
        </p:nvGrpSpPr>
        <p:grpSpPr>
          <a:xfrm>
            <a:off x="486062" y="325929"/>
            <a:ext cx="17316324" cy="9454317"/>
            <a:chOff x="0" y="-241102"/>
            <a:chExt cx="23088432" cy="12605757"/>
          </a:xfrm>
        </p:grpSpPr>
        <p:grpSp>
          <p:nvGrpSpPr>
            <p:cNvPr id="370" name="Google Shape;370;p10"/>
            <p:cNvGrpSpPr/>
            <p:nvPr/>
          </p:nvGrpSpPr>
          <p:grpSpPr>
            <a:xfrm>
              <a:off x="0" y="-241102"/>
              <a:ext cx="23069813" cy="12605757"/>
              <a:chOff x="0" y="-47625"/>
              <a:chExt cx="4557000" cy="2490026"/>
            </a:xfrm>
          </p:grpSpPr>
          <p:sp>
            <p:nvSpPr>
              <p:cNvPr id="371" name="Google Shape;371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73" name="Google Shape;373;p10"/>
            <p:cNvGrpSpPr/>
            <p:nvPr/>
          </p:nvGrpSpPr>
          <p:grpSpPr>
            <a:xfrm>
              <a:off x="18619" y="-241102"/>
              <a:ext cx="23069813" cy="12605757"/>
              <a:chOff x="0" y="-47625"/>
              <a:chExt cx="4557000" cy="2490026"/>
            </a:xfrm>
          </p:grpSpPr>
          <p:sp>
            <p:nvSpPr>
              <p:cNvPr id="374" name="Google Shape;374;p10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10"/>
              <p:cNvSpPr txBox="1"/>
              <p:nvPr/>
            </p:nvSpPr>
            <p:spPr>
              <a:xfrm>
                <a:off x="0" y="-47625"/>
                <a:ext cx="4557000" cy="249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76" name="Google Shape;376;p10"/>
            <p:cNvCxnSpPr/>
            <p:nvPr/>
          </p:nvCxnSpPr>
          <p:spPr>
            <a:xfrm rot="10800000" flipH="1">
              <a:off x="18619" y="815297"/>
              <a:ext cx="23031900" cy="255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77" name="Google Shape;377;p10"/>
            <p:cNvGrpSpPr/>
            <p:nvPr/>
          </p:nvGrpSpPr>
          <p:grpSpPr>
            <a:xfrm>
              <a:off x="318466" y="201915"/>
              <a:ext cx="394777" cy="394777"/>
              <a:chOff x="0" y="0"/>
              <a:chExt cx="812800" cy="812800"/>
            </a:xfrm>
          </p:grpSpPr>
          <p:sp>
            <p:nvSpPr>
              <p:cNvPr id="378" name="Google Shape;378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0" name="Google Shape;380;p10"/>
            <p:cNvGrpSpPr/>
            <p:nvPr/>
          </p:nvGrpSpPr>
          <p:grpSpPr>
            <a:xfrm>
              <a:off x="989083" y="201915"/>
              <a:ext cx="394777" cy="394777"/>
              <a:chOff x="0" y="0"/>
              <a:chExt cx="812800" cy="812800"/>
            </a:xfrm>
          </p:grpSpPr>
          <p:sp>
            <p:nvSpPr>
              <p:cNvPr id="381" name="Google Shape;381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3" name="Google Shape;383;p10"/>
            <p:cNvGrpSpPr/>
            <p:nvPr/>
          </p:nvGrpSpPr>
          <p:grpSpPr>
            <a:xfrm>
              <a:off x="1663247" y="201915"/>
              <a:ext cx="394777" cy="394777"/>
              <a:chOff x="0" y="0"/>
              <a:chExt cx="812800" cy="812800"/>
            </a:xfrm>
          </p:grpSpPr>
          <p:sp>
            <p:nvSpPr>
              <p:cNvPr id="384" name="Google Shape;384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10"/>
              <p:cNvSpPr txBox="1"/>
              <p:nvPr/>
            </p:nvSpPr>
            <p:spPr>
              <a:xfrm>
                <a:off x="76200" y="28575"/>
                <a:ext cx="660300" cy="70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86" name="Google Shape;386;p10"/>
          <p:cNvSpPr txBox="1">
            <a:spLocks noGrp="1"/>
          </p:cNvSpPr>
          <p:nvPr>
            <p:ph type="title"/>
          </p:nvPr>
        </p:nvSpPr>
        <p:spPr>
          <a:xfrm>
            <a:off x="1318050" y="3575850"/>
            <a:ext cx="15651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2pPr>
            <a:lvl3pPr lvl="2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3pPr>
            <a:lvl4pPr lvl="3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4pPr>
            <a:lvl5pPr lvl="4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5pPr>
            <a:lvl6pPr lvl="5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6pPr>
            <a:lvl7pPr lvl="6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7pPr>
            <a:lvl8pPr lvl="7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8pPr>
            <a:lvl9pPr lvl="8">
              <a:spcBef>
                <a:spcPts val="0"/>
              </a:spcBef>
              <a:spcAft>
                <a:spcPts val="0"/>
              </a:spcAft>
              <a:buSzPts val="9900"/>
              <a:buNone/>
              <a:defRPr sz="9900"/>
            </a:lvl9pPr>
          </a:lstStyle>
          <a:p>
            <a:endParaRPr/>
          </a:p>
        </p:txBody>
      </p:sp>
      <p:sp>
        <p:nvSpPr>
          <p:cNvPr id="387" name="Google Shape;387;p10"/>
          <p:cNvSpPr>
            <a:spLocks noGrp="1"/>
          </p:cNvSpPr>
          <p:nvPr>
            <p:ph type="pic" idx="2"/>
          </p:nvPr>
        </p:nvSpPr>
        <p:spPr>
          <a:xfrm>
            <a:off x="10101563" y="5150838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88" name="Google Shape;388;p10"/>
          <p:cNvSpPr txBox="1">
            <a:spLocks noGrp="1"/>
          </p:cNvSpPr>
          <p:nvPr>
            <p:ph type="body" idx="1"/>
          </p:nvPr>
        </p:nvSpPr>
        <p:spPr>
          <a:xfrm>
            <a:off x="2549788" y="51508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20350" y="1668375"/>
            <a:ext cx="155313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900"/>
              <a:buFont typeface="Courier"/>
              <a:buNone/>
              <a:defRPr sz="99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471200" y="50755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–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»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ourier"/>
              <a:buChar char="•"/>
              <a:defRPr sz="2400" i="0" u="none" strike="noStrike" cap="none">
                <a:solidFill>
                  <a:schemeClr val="lt1"/>
                </a:solidFill>
                <a:latin typeface="Courier"/>
                <a:ea typeface="Courier"/>
                <a:cs typeface="Courier"/>
                <a:sym typeface="Couri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21B"/>
        </a:solid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3" name="Google Shape;393;p11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394" name="Google Shape;394;p11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395" name="Google Shape;395;p11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11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7" name="Google Shape;397;p11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398" name="Google Shape;398;p11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11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0" name="Google Shape;400;p11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01" name="Google Shape;401;p11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402" name="Google Shape;402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4" name="Google Shape;404;p11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405" name="Google Shape;405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7" name="Google Shape;407;p11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408" name="Google Shape;408;p1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11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0" name="Google Shape;410;p11"/>
          <p:cNvGrpSpPr/>
          <p:nvPr/>
        </p:nvGrpSpPr>
        <p:grpSpPr>
          <a:xfrm>
            <a:off x="1028700" y="4836151"/>
            <a:ext cx="10140986" cy="1663598"/>
            <a:chOff x="0" y="-47625"/>
            <a:chExt cx="2296627" cy="474365"/>
          </a:xfrm>
        </p:grpSpPr>
        <p:sp>
          <p:nvSpPr>
            <p:cNvPr id="411" name="Google Shape;411;p11"/>
            <p:cNvSpPr/>
            <p:nvPr/>
          </p:nvSpPr>
          <p:spPr>
            <a:xfrm>
              <a:off x="0" y="0"/>
              <a:ext cx="2296627" cy="426740"/>
            </a:xfrm>
            <a:custGeom>
              <a:avLst/>
              <a:gdLst/>
              <a:ahLst/>
              <a:cxnLst/>
              <a:rect l="l" t="t" r="r" b="b"/>
              <a:pathLst>
                <a:path w="2296627" h="426740" extrusionOk="0">
                  <a:moveTo>
                    <a:pt x="18297" y="0"/>
                  </a:moveTo>
                  <a:lnTo>
                    <a:pt x="2278331" y="0"/>
                  </a:lnTo>
                  <a:cubicBezTo>
                    <a:pt x="2283183" y="0"/>
                    <a:pt x="2287837" y="1928"/>
                    <a:pt x="2291268" y="5359"/>
                  </a:cubicBezTo>
                  <a:cubicBezTo>
                    <a:pt x="2294699" y="8790"/>
                    <a:pt x="2296627" y="13444"/>
                    <a:pt x="2296627" y="18297"/>
                  </a:cubicBezTo>
                  <a:lnTo>
                    <a:pt x="2296627" y="408444"/>
                  </a:lnTo>
                  <a:cubicBezTo>
                    <a:pt x="2296627" y="413296"/>
                    <a:pt x="2294699" y="417950"/>
                    <a:pt x="2291268" y="421381"/>
                  </a:cubicBezTo>
                  <a:cubicBezTo>
                    <a:pt x="2287837" y="424812"/>
                    <a:pt x="2283183" y="426740"/>
                    <a:pt x="2278331" y="426740"/>
                  </a:cubicBezTo>
                  <a:lnTo>
                    <a:pt x="18297" y="426740"/>
                  </a:lnTo>
                  <a:cubicBezTo>
                    <a:pt x="13444" y="426740"/>
                    <a:pt x="8790" y="424812"/>
                    <a:pt x="5359" y="421381"/>
                  </a:cubicBezTo>
                  <a:cubicBezTo>
                    <a:pt x="1928" y="417950"/>
                    <a:pt x="0" y="413296"/>
                    <a:pt x="0" y="408444"/>
                  </a:cubicBezTo>
                  <a:lnTo>
                    <a:pt x="0" y="18297"/>
                  </a:lnTo>
                  <a:cubicBezTo>
                    <a:pt x="0" y="13444"/>
                    <a:pt x="1928" y="8790"/>
                    <a:pt x="5359" y="5359"/>
                  </a:cubicBezTo>
                  <a:cubicBezTo>
                    <a:pt x="8790" y="1928"/>
                    <a:pt x="13444" y="0"/>
                    <a:pt x="18297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11"/>
            <p:cNvSpPr txBox="1"/>
            <p:nvPr/>
          </p:nvSpPr>
          <p:spPr>
            <a:xfrm>
              <a:off x="0" y="-47625"/>
              <a:ext cx="2296627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1"/>
          <p:cNvGrpSpPr/>
          <p:nvPr/>
        </p:nvGrpSpPr>
        <p:grpSpPr>
          <a:xfrm>
            <a:off x="1338602" y="5080395"/>
            <a:ext cx="10140986" cy="1663598"/>
            <a:chOff x="0" y="-47625"/>
            <a:chExt cx="2296627" cy="474365"/>
          </a:xfrm>
        </p:grpSpPr>
        <p:sp>
          <p:nvSpPr>
            <p:cNvPr id="414" name="Google Shape;414;p11"/>
            <p:cNvSpPr/>
            <p:nvPr/>
          </p:nvSpPr>
          <p:spPr>
            <a:xfrm>
              <a:off x="0" y="0"/>
              <a:ext cx="2296627" cy="426740"/>
            </a:xfrm>
            <a:custGeom>
              <a:avLst/>
              <a:gdLst/>
              <a:ahLst/>
              <a:cxnLst/>
              <a:rect l="l" t="t" r="r" b="b"/>
              <a:pathLst>
                <a:path w="2296627" h="426740" extrusionOk="0">
                  <a:moveTo>
                    <a:pt x="20584" y="0"/>
                  </a:moveTo>
                  <a:lnTo>
                    <a:pt x="2276043" y="0"/>
                  </a:lnTo>
                  <a:cubicBezTo>
                    <a:pt x="2287412" y="0"/>
                    <a:pt x="2296627" y="9216"/>
                    <a:pt x="2296627" y="20584"/>
                  </a:cubicBezTo>
                  <a:lnTo>
                    <a:pt x="2296627" y="406157"/>
                  </a:lnTo>
                  <a:cubicBezTo>
                    <a:pt x="2296627" y="411616"/>
                    <a:pt x="2294458" y="416851"/>
                    <a:pt x="2290598" y="420711"/>
                  </a:cubicBezTo>
                  <a:cubicBezTo>
                    <a:pt x="2286738" y="424571"/>
                    <a:pt x="2281503" y="426740"/>
                    <a:pt x="2276043" y="426740"/>
                  </a:cubicBezTo>
                  <a:lnTo>
                    <a:pt x="20584" y="426740"/>
                  </a:lnTo>
                  <a:cubicBezTo>
                    <a:pt x="15124" y="426740"/>
                    <a:pt x="9889" y="424571"/>
                    <a:pt x="6029" y="420711"/>
                  </a:cubicBezTo>
                  <a:cubicBezTo>
                    <a:pt x="2169" y="416851"/>
                    <a:pt x="0" y="411616"/>
                    <a:pt x="0" y="406157"/>
                  </a:cubicBezTo>
                  <a:lnTo>
                    <a:pt x="0" y="20584"/>
                  </a:lnTo>
                  <a:cubicBezTo>
                    <a:pt x="0" y="15124"/>
                    <a:pt x="2169" y="9889"/>
                    <a:pt x="6029" y="6029"/>
                  </a:cubicBezTo>
                  <a:cubicBezTo>
                    <a:pt x="9889" y="2169"/>
                    <a:pt x="15124" y="0"/>
                    <a:pt x="20584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11"/>
            <p:cNvSpPr txBox="1"/>
            <p:nvPr/>
          </p:nvSpPr>
          <p:spPr>
            <a:xfrm>
              <a:off x="0" y="-47625"/>
              <a:ext cx="2296627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1"/>
          <p:cNvSpPr txBox="1"/>
          <p:nvPr/>
        </p:nvSpPr>
        <p:spPr>
          <a:xfrm>
            <a:off x="1810050" y="5405100"/>
            <a:ext cx="11242799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Courier"/>
                <a:sym typeface="Courier"/>
              </a:rPr>
              <a:t>CP-Consistent Programming</a:t>
            </a:r>
            <a:endParaRPr sz="800" dirty="0"/>
          </a:p>
        </p:txBody>
      </p:sp>
      <p:grpSp>
        <p:nvGrpSpPr>
          <p:cNvPr id="417" name="Google Shape;417;p11"/>
          <p:cNvGrpSpPr/>
          <p:nvPr/>
        </p:nvGrpSpPr>
        <p:grpSpPr>
          <a:xfrm>
            <a:off x="12943919" y="4875537"/>
            <a:ext cx="3987175" cy="2157739"/>
            <a:chOff x="0" y="-170167"/>
            <a:chExt cx="5316233" cy="2876985"/>
          </a:xfrm>
        </p:grpSpPr>
        <p:grpSp>
          <p:nvGrpSpPr>
            <p:cNvPr id="418" name="Google Shape;418;p11"/>
            <p:cNvGrpSpPr/>
            <p:nvPr/>
          </p:nvGrpSpPr>
          <p:grpSpPr>
            <a:xfrm>
              <a:off x="2412048" y="2135388"/>
              <a:ext cx="2904185" cy="571430"/>
              <a:chOff x="0" y="-47625"/>
              <a:chExt cx="812800" cy="159927"/>
            </a:xfrm>
          </p:grpSpPr>
          <p:sp>
            <p:nvSpPr>
              <p:cNvPr id="419" name="Google Shape;419;p11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11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1" name="Google Shape;421;p11"/>
            <p:cNvGrpSpPr/>
            <p:nvPr/>
          </p:nvGrpSpPr>
          <p:grpSpPr>
            <a:xfrm>
              <a:off x="2040342" y="1367368"/>
              <a:ext cx="3275891" cy="571430"/>
              <a:chOff x="0" y="-47625"/>
              <a:chExt cx="916830" cy="159927"/>
            </a:xfrm>
          </p:grpSpPr>
          <p:sp>
            <p:nvSpPr>
              <p:cNvPr id="422" name="Google Shape;422;p11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11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4" name="Google Shape;424;p11"/>
            <p:cNvGrpSpPr/>
            <p:nvPr/>
          </p:nvGrpSpPr>
          <p:grpSpPr>
            <a:xfrm>
              <a:off x="1295218" y="-170167"/>
              <a:ext cx="1640385" cy="571430"/>
              <a:chOff x="0" y="-47625"/>
              <a:chExt cx="459098" cy="159927"/>
            </a:xfrm>
          </p:grpSpPr>
          <p:sp>
            <p:nvSpPr>
              <p:cNvPr id="425" name="Google Shape;425;p11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11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7" name="Google Shape;427;p11"/>
            <p:cNvGrpSpPr/>
            <p:nvPr/>
          </p:nvGrpSpPr>
          <p:grpSpPr>
            <a:xfrm>
              <a:off x="3314762" y="598600"/>
              <a:ext cx="2001471" cy="571430"/>
              <a:chOff x="0" y="-47625"/>
              <a:chExt cx="560156" cy="159927"/>
            </a:xfrm>
          </p:grpSpPr>
          <p:sp>
            <p:nvSpPr>
              <p:cNvPr id="428" name="Google Shape;428;p11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11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0" name="Google Shape;430;p11"/>
            <p:cNvGrpSpPr/>
            <p:nvPr/>
          </p:nvGrpSpPr>
          <p:grpSpPr>
            <a:xfrm>
              <a:off x="3983833" y="-170167"/>
              <a:ext cx="1332400" cy="571430"/>
              <a:chOff x="0" y="-47625"/>
              <a:chExt cx="372901" cy="159927"/>
            </a:xfrm>
          </p:grpSpPr>
          <p:sp>
            <p:nvSpPr>
              <p:cNvPr id="431" name="Google Shape;431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3" name="Google Shape;433;p11"/>
            <p:cNvGrpSpPr/>
            <p:nvPr/>
          </p:nvGrpSpPr>
          <p:grpSpPr>
            <a:xfrm>
              <a:off x="564138" y="1367368"/>
              <a:ext cx="1332400" cy="571430"/>
              <a:chOff x="0" y="-47625"/>
              <a:chExt cx="372901" cy="159927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6" name="Google Shape;436;p11"/>
            <p:cNvGrpSpPr/>
            <p:nvPr/>
          </p:nvGrpSpPr>
          <p:grpSpPr>
            <a:xfrm>
              <a:off x="946465" y="2135388"/>
              <a:ext cx="1332400" cy="571430"/>
              <a:chOff x="0" y="-47625"/>
              <a:chExt cx="372901" cy="159927"/>
            </a:xfrm>
          </p:grpSpPr>
          <p:sp>
            <p:nvSpPr>
              <p:cNvPr id="437" name="Google Shape;437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39" name="Google Shape;439;p11"/>
            <p:cNvGrpSpPr/>
            <p:nvPr/>
          </p:nvGrpSpPr>
          <p:grpSpPr>
            <a:xfrm>
              <a:off x="2412048" y="598600"/>
              <a:ext cx="812012" cy="571430"/>
              <a:chOff x="0" y="-47625"/>
              <a:chExt cx="227259" cy="159927"/>
            </a:xfrm>
          </p:grpSpPr>
          <p:sp>
            <p:nvSpPr>
              <p:cNvPr id="440" name="Google Shape;440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2" name="Google Shape;442;p11"/>
            <p:cNvGrpSpPr/>
            <p:nvPr/>
          </p:nvGrpSpPr>
          <p:grpSpPr>
            <a:xfrm>
              <a:off x="0" y="2135388"/>
              <a:ext cx="812012" cy="571430"/>
              <a:chOff x="0" y="-47625"/>
              <a:chExt cx="227259" cy="159927"/>
            </a:xfrm>
          </p:grpSpPr>
          <p:sp>
            <p:nvSpPr>
              <p:cNvPr id="443" name="Google Shape;443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45" name="Google Shape;445;p11"/>
            <p:cNvGrpSpPr/>
            <p:nvPr/>
          </p:nvGrpSpPr>
          <p:grpSpPr>
            <a:xfrm>
              <a:off x="3052129" y="-170167"/>
              <a:ext cx="812012" cy="571430"/>
              <a:chOff x="0" y="-47625"/>
              <a:chExt cx="227259" cy="159927"/>
            </a:xfrm>
          </p:grpSpPr>
          <p:sp>
            <p:nvSpPr>
              <p:cNvPr id="446" name="Google Shape;446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10800000">
            <a:off x="1028700" y="7529499"/>
            <a:ext cx="3184525" cy="1723369"/>
            <a:chOff x="0" y="-135911"/>
            <a:chExt cx="4246034" cy="2297825"/>
          </a:xfrm>
        </p:grpSpPr>
        <p:grpSp>
          <p:nvGrpSpPr>
            <p:cNvPr id="449" name="Google Shape;449;p11"/>
            <p:cNvGrpSpPr/>
            <p:nvPr/>
          </p:nvGrpSpPr>
          <p:grpSpPr>
            <a:xfrm>
              <a:off x="1926484" y="1705518"/>
              <a:ext cx="2319550" cy="456396"/>
              <a:chOff x="0" y="-47625"/>
              <a:chExt cx="812800" cy="159927"/>
            </a:xfrm>
          </p:grpSpPr>
          <p:sp>
            <p:nvSpPr>
              <p:cNvPr id="450" name="Google Shape;450;p11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1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2" name="Google Shape;452;p11"/>
            <p:cNvGrpSpPr/>
            <p:nvPr/>
          </p:nvGrpSpPr>
          <p:grpSpPr>
            <a:xfrm>
              <a:off x="1629605" y="1092106"/>
              <a:ext cx="2616429" cy="456396"/>
              <a:chOff x="0" y="-47625"/>
              <a:chExt cx="916830" cy="159927"/>
            </a:xfrm>
          </p:grpSpPr>
          <p:sp>
            <p:nvSpPr>
              <p:cNvPr id="453" name="Google Shape;453;p11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1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1"/>
            <p:cNvGrpSpPr/>
            <p:nvPr/>
          </p:nvGrpSpPr>
          <p:grpSpPr>
            <a:xfrm>
              <a:off x="1034481" y="-135911"/>
              <a:ext cx="1310163" cy="456396"/>
              <a:chOff x="0" y="-47625"/>
              <a:chExt cx="459098" cy="159927"/>
            </a:xfrm>
          </p:grpSpPr>
          <p:sp>
            <p:nvSpPr>
              <p:cNvPr id="456" name="Google Shape;456;p11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1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11"/>
            <p:cNvGrpSpPr/>
            <p:nvPr/>
          </p:nvGrpSpPr>
          <p:grpSpPr>
            <a:xfrm>
              <a:off x="2647475" y="478098"/>
              <a:ext cx="1598559" cy="456396"/>
              <a:chOff x="0" y="-47625"/>
              <a:chExt cx="560156" cy="159927"/>
            </a:xfrm>
          </p:grpSpPr>
          <p:sp>
            <p:nvSpPr>
              <p:cNvPr id="459" name="Google Shape;459;p11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1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1" name="Google Shape;461;p11"/>
            <p:cNvGrpSpPr/>
            <p:nvPr/>
          </p:nvGrpSpPr>
          <p:grpSpPr>
            <a:xfrm>
              <a:off x="3181856" y="-135911"/>
              <a:ext cx="1064177" cy="456396"/>
              <a:chOff x="0" y="-47625"/>
              <a:chExt cx="372901" cy="159927"/>
            </a:xfrm>
          </p:grpSpPr>
          <p:sp>
            <p:nvSpPr>
              <p:cNvPr id="462" name="Google Shape;462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4" name="Google Shape;464;p11"/>
            <p:cNvGrpSpPr/>
            <p:nvPr/>
          </p:nvGrpSpPr>
          <p:grpSpPr>
            <a:xfrm>
              <a:off x="450573" y="1092106"/>
              <a:ext cx="1064177" cy="456396"/>
              <a:chOff x="0" y="-47625"/>
              <a:chExt cx="372901" cy="159927"/>
            </a:xfrm>
          </p:grpSpPr>
          <p:sp>
            <p:nvSpPr>
              <p:cNvPr id="465" name="Google Shape;465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67" name="Google Shape;467;p11"/>
            <p:cNvGrpSpPr/>
            <p:nvPr/>
          </p:nvGrpSpPr>
          <p:grpSpPr>
            <a:xfrm>
              <a:off x="755934" y="1705518"/>
              <a:ext cx="1064177" cy="456396"/>
              <a:chOff x="0" y="-47625"/>
              <a:chExt cx="372901" cy="159927"/>
            </a:xfrm>
          </p:grpSpPr>
          <p:sp>
            <p:nvSpPr>
              <p:cNvPr id="468" name="Google Shape;468;p11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11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0" name="Google Shape;470;p11"/>
            <p:cNvGrpSpPr/>
            <p:nvPr/>
          </p:nvGrpSpPr>
          <p:grpSpPr>
            <a:xfrm>
              <a:off x="1926484" y="478098"/>
              <a:ext cx="648547" cy="456396"/>
              <a:chOff x="0" y="-47625"/>
              <a:chExt cx="227259" cy="159927"/>
            </a:xfrm>
          </p:grpSpPr>
          <p:sp>
            <p:nvSpPr>
              <p:cNvPr id="471" name="Google Shape;471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3" name="Google Shape;473;p11"/>
            <p:cNvGrpSpPr/>
            <p:nvPr/>
          </p:nvGrpSpPr>
          <p:grpSpPr>
            <a:xfrm>
              <a:off x="0" y="1705518"/>
              <a:ext cx="648547" cy="456396"/>
              <a:chOff x="0" y="-47625"/>
              <a:chExt cx="227259" cy="159927"/>
            </a:xfrm>
          </p:grpSpPr>
          <p:sp>
            <p:nvSpPr>
              <p:cNvPr id="474" name="Google Shape;474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6" name="Google Shape;476;p11"/>
            <p:cNvGrpSpPr/>
            <p:nvPr/>
          </p:nvGrpSpPr>
          <p:grpSpPr>
            <a:xfrm>
              <a:off x="2437712" y="-135911"/>
              <a:ext cx="648547" cy="456396"/>
              <a:chOff x="0" y="-47625"/>
              <a:chExt cx="227259" cy="159927"/>
            </a:xfrm>
          </p:grpSpPr>
          <p:sp>
            <p:nvSpPr>
              <p:cNvPr id="477" name="Google Shape;477;p11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1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79" name="Google Shape;479;p11"/>
          <p:cNvSpPr txBox="1"/>
          <p:nvPr/>
        </p:nvSpPr>
        <p:spPr>
          <a:xfrm>
            <a:off x="1028700" y="1403850"/>
            <a:ext cx="16880100" cy="330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INTRODUCTION TO</a:t>
            </a:r>
            <a:endParaRPr sz="9916" dirty="0">
              <a:solidFill>
                <a:srgbClr val="FFFFFF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{</a:t>
            </a:r>
            <a:r>
              <a:rPr lang="en-US" sz="8000" dirty="0">
                <a:solidFill>
                  <a:srgbClr val="FF66C4"/>
                </a:solidFill>
                <a:latin typeface="Courier"/>
                <a:ea typeface="Courier"/>
                <a:cs typeface="Courier"/>
                <a:sym typeface="Courier"/>
              </a:rPr>
              <a:t>COMPETITIVE</a:t>
            </a:r>
            <a:r>
              <a:rPr lang="en-US" sz="8000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lang="en-US" sz="8000" b="0" i="0" u="none" strike="noStrike" cap="none" dirty="0">
                <a:solidFill>
                  <a:srgbClr val="C1FF72"/>
                </a:solidFill>
                <a:latin typeface="Courier"/>
                <a:ea typeface="Courier"/>
                <a:cs typeface="Courier"/>
                <a:sym typeface="Courier"/>
              </a:rPr>
              <a:t>PROGRAMMING}</a:t>
            </a:r>
            <a:r>
              <a:rPr lang="en-US" sz="8000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endParaRPr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2"/>
          <p:cNvGrpSpPr/>
          <p:nvPr/>
        </p:nvGrpSpPr>
        <p:grpSpPr>
          <a:xfrm>
            <a:off x="486062" y="346711"/>
            <a:ext cx="17315876" cy="9454319"/>
            <a:chOff x="0" y="-241102"/>
            <a:chExt cx="23087835" cy="12605759"/>
          </a:xfrm>
        </p:grpSpPr>
        <p:grpSp>
          <p:nvGrpSpPr>
            <p:cNvPr id="485" name="Google Shape;485;p12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486" name="Google Shape;486;p12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2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8" name="Google Shape;488;p12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489" name="Google Shape;489;p12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2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91" name="Google Shape;491;p12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492" name="Google Shape;492;p12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493" name="Google Shape;493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5" name="Google Shape;495;p12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496" name="Google Shape;496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8" name="Google Shape;498;p12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499" name="Google Shape;499;p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12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01" name="Google Shape;501;p12"/>
          <p:cNvSpPr txBox="1"/>
          <p:nvPr/>
        </p:nvSpPr>
        <p:spPr>
          <a:xfrm>
            <a:off x="6754227" y="6290077"/>
            <a:ext cx="459261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Courier"/>
                <a:sym typeface="Courier"/>
              </a:rPr>
              <a:t>TEAM MEMBERS</a:t>
            </a:r>
            <a:endParaRPr dirty="0"/>
          </a:p>
        </p:txBody>
      </p:sp>
      <p:sp>
        <p:nvSpPr>
          <p:cNvPr id="502" name="Google Shape;502;p12"/>
          <p:cNvSpPr txBox="1"/>
          <p:nvPr/>
        </p:nvSpPr>
        <p:spPr>
          <a:xfrm>
            <a:off x="6827732" y="7348798"/>
            <a:ext cx="377085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45720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Yogesh Rebari</a:t>
            </a:r>
          </a:p>
        </p:txBody>
      </p:sp>
      <p:sp>
        <p:nvSpPr>
          <p:cNvPr id="503" name="Google Shape;503;p12"/>
          <p:cNvSpPr txBox="1"/>
          <p:nvPr/>
        </p:nvSpPr>
        <p:spPr>
          <a:xfrm>
            <a:off x="1078585" y="6290077"/>
            <a:ext cx="4389473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Courier"/>
                <a:sym typeface="Courier"/>
              </a:rPr>
              <a:t>ABOUT</a:t>
            </a:r>
            <a:endParaRPr dirty="0"/>
          </a:p>
        </p:txBody>
      </p:sp>
      <p:sp>
        <p:nvSpPr>
          <p:cNvPr id="504" name="Google Shape;504;p12"/>
          <p:cNvSpPr txBox="1"/>
          <p:nvPr/>
        </p:nvSpPr>
        <p:spPr>
          <a:xfrm>
            <a:off x="1109190" y="7348798"/>
            <a:ext cx="4358868" cy="1034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Introduction to Competitive Programming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dirty="0"/>
          </a:p>
        </p:txBody>
      </p:sp>
      <p:sp>
        <p:nvSpPr>
          <p:cNvPr id="505" name="Google Shape;505;p12"/>
          <p:cNvSpPr txBox="1"/>
          <p:nvPr/>
        </p:nvSpPr>
        <p:spPr>
          <a:xfrm>
            <a:off x="12553259" y="6234060"/>
            <a:ext cx="3794478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Courier"/>
                <a:sym typeface="Courier"/>
              </a:rPr>
              <a:t>BRANCH</a:t>
            </a:r>
            <a:endParaRPr dirty="0"/>
          </a:p>
        </p:txBody>
      </p:sp>
      <p:sp>
        <p:nvSpPr>
          <p:cNvPr id="506" name="Google Shape;506;p12"/>
          <p:cNvSpPr txBox="1"/>
          <p:nvPr/>
        </p:nvSpPr>
        <p:spPr>
          <a:xfrm>
            <a:off x="12701926" y="7348798"/>
            <a:ext cx="3770858" cy="1551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Computer Science &amp; Engineering </a:t>
            </a:r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2</a:t>
            </a: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022 Batch</a:t>
            </a:r>
            <a:r>
              <a:rPr lang="en-US" sz="2400" b="0" i="0" u="none" strike="noStrike" cap="none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dirty="0"/>
          </a:p>
        </p:txBody>
      </p:sp>
      <p:sp>
        <p:nvSpPr>
          <p:cNvPr id="507" name="Google Shape;507;p12"/>
          <p:cNvSpPr txBox="1"/>
          <p:nvPr/>
        </p:nvSpPr>
        <p:spPr>
          <a:xfrm>
            <a:off x="1028700" y="1199357"/>
            <a:ext cx="14151501" cy="1831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dirty="0">
                <a:solidFill>
                  <a:srgbClr val="FFFFFF"/>
                </a:solidFill>
                <a:latin typeface="Courier"/>
                <a:sym typeface="Courier"/>
              </a:rPr>
              <a:t>ABOUT US</a:t>
            </a:r>
            <a:endParaRPr lang="en-US" dirty="0"/>
          </a:p>
        </p:txBody>
      </p:sp>
      <p:grpSp>
        <p:nvGrpSpPr>
          <p:cNvPr id="508" name="Google Shape;508;p12"/>
          <p:cNvGrpSpPr/>
          <p:nvPr/>
        </p:nvGrpSpPr>
        <p:grpSpPr>
          <a:xfrm>
            <a:off x="1028700" y="3601510"/>
            <a:ext cx="2633927" cy="1663607"/>
            <a:chOff x="0" y="-47625"/>
            <a:chExt cx="751045" cy="474365"/>
          </a:xfrm>
        </p:grpSpPr>
        <p:sp>
          <p:nvSpPr>
            <p:cNvPr id="509" name="Google Shape;509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1" name="Google Shape;511;p12"/>
          <p:cNvGrpSpPr/>
          <p:nvPr/>
        </p:nvGrpSpPr>
        <p:grpSpPr>
          <a:xfrm>
            <a:off x="6747241" y="3601510"/>
            <a:ext cx="2633927" cy="1663607"/>
            <a:chOff x="0" y="-47625"/>
            <a:chExt cx="751045" cy="474365"/>
          </a:xfrm>
        </p:grpSpPr>
        <p:sp>
          <p:nvSpPr>
            <p:cNvPr id="512" name="Google Shape;512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8C5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4" name="Google Shape;514;p12"/>
          <p:cNvGrpSpPr/>
          <p:nvPr/>
        </p:nvGrpSpPr>
        <p:grpSpPr>
          <a:xfrm>
            <a:off x="1109190" y="3845754"/>
            <a:ext cx="2633927" cy="1663607"/>
            <a:chOff x="0" y="-47625"/>
            <a:chExt cx="751045" cy="474365"/>
          </a:xfrm>
        </p:grpSpPr>
        <p:sp>
          <p:nvSpPr>
            <p:cNvPr id="515" name="Google Shape;515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7" name="Google Shape;517;p12"/>
          <p:cNvGrpSpPr/>
          <p:nvPr/>
        </p:nvGrpSpPr>
        <p:grpSpPr>
          <a:xfrm>
            <a:off x="6827732" y="3845754"/>
            <a:ext cx="2633927" cy="1663607"/>
            <a:chOff x="0" y="-47625"/>
            <a:chExt cx="751045" cy="474365"/>
          </a:xfrm>
        </p:grpSpPr>
        <p:sp>
          <p:nvSpPr>
            <p:cNvPr id="518" name="Google Shape;518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12"/>
          <p:cNvSpPr txBox="1"/>
          <p:nvPr/>
        </p:nvSpPr>
        <p:spPr>
          <a:xfrm>
            <a:off x="1559660" y="4068914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01</a:t>
            </a:r>
            <a:endParaRPr/>
          </a:p>
        </p:txBody>
      </p:sp>
      <p:sp>
        <p:nvSpPr>
          <p:cNvPr id="521" name="Google Shape;521;p12"/>
          <p:cNvSpPr txBox="1"/>
          <p:nvPr/>
        </p:nvSpPr>
        <p:spPr>
          <a:xfrm>
            <a:off x="7278202" y="3922961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02</a:t>
            </a:r>
            <a:endParaRPr/>
          </a:p>
        </p:txBody>
      </p:sp>
      <p:grpSp>
        <p:nvGrpSpPr>
          <p:cNvPr id="522" name="Google Shape;522;p12"/>
          <p:cNvGrpSpPr/>
          <p:nvPr/>
        </p:nvGrpSpPr>
        <p:grpSpPr>
          <a:xfrm>
            <a:off x="12465783" y="3601510"/>
            <a:ext cx="2633927" cy="1663607"/>
            <a:chOff x="0" y="-47625"/>
            <a:chExt cx="751045" cy="474365"/>
          </a:xfrm>
        </p:grpSpPr>
        <p:sp>
          <p:nvSpPr>
            <p:cNvPr id="523" name="Google Shape;523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7ED95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Google Shape;524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5" name="Google Shape;525;p12"/>
          <p:cNvGrpSpPr/>
          <p:nvPr/>
        </p:nvGrpSpPr>
        <p:grpSpPr>
          <a:xfrm>
            <a:off x="12546273" y="3845754"/>
            <a:ext cx="2633927" cy="1663607"/>
            <a:chOff x="0" y="-47625"/>
            <a:chExt cx="751045" cy="474365"/>
          </a:xfrm>
        </p:grpSpPr>
        <p:sp>
          <p:nvSpPr>
            <p:cNvPr id="526" name="Google Shape;526;p12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Google Shape;527;p12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8" name="Google Shape;528;p12"/>
          <p:cNvSpPr txBox="1"/>
          <p:nvPr/>
        </p:nvSpPr>
        <p:spPr>
          <a:xfrm>
            <a:off x="13081159" y="3922961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03</a:t>
            </a:r>
            <a:endParaRPr/>
          </a:p>
        </p:txBody>
      </p:sp>
      <p:grpSp>
        <p:nvGrpSpPr>
          <p:cNvPr id="529" name="Google Shape;529;p12"/>
          <p:cNvGrpSpPr/>
          <p:nvPr/>
        </p:nvGrpSpPr>
        <p:grpSpPr>
          <a:xfrm>
            <a:off x="14814146" y="1449417"/>
            <a:ext cx="2670863" cy="1445390"/>
            <a:chOff x="0" y="-113989"/>
            <a:chExt cx="3561150" cy="1927187"/>
          </a:xfrm>
        </p:grpSpPr>
        <p:grpSp>
          <p:nvGrpSpPr>
            <p:cNvPr id="530" name="Google Shape;530;p12"/>
            <p:cNvGrpSpPr/>
            <p:nvPr/>
          </p:nvGrpSpPr>
          <p:grpSpPr>
            <a:xfrm>
              <a:off x="1615742" y="1430418"/>
              <a:ext cx="1945407" cy="382780"/>
              <a:chOff x="0" y="-47625"/>
              <a:chExt cx="812800" cy="159927"/>
            </a:xfrm>
          </p:grpSpPr>
          <p:sp>
            <p:nvSpPr>
              <p:cNvPr id="531" name="Google Shape;531;p12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2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3" name="Google Shape;533;p12"/>
            <p:cNvGrpSpPr/>
            <p:nvPr/>
          </p:nvGrpSpPr>
          <p:grpSpPr>
            <a:xfrm>
              <a:off x="1366750" y="915949"/>
              <a:ext cx="2194399" cy="382780"/>
              <a:chOff x="0" y="-47625"/>
              <a:chExt cx="916830" cy="159927"/>
            </a:xfrm>
          </p:grpSpPr>
          <p:sp>
            <p:nvSpPr>
              <p:cNvPr id="534" name="Google Shape;534;p12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2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6" name="Google Shape;536;p12"/>
            <p:cNvGrpSpPr/>
            <p:nvPr/>
          </p:nvGrpSpPr>
          <p:grpSpPr>
            <a:xfrm>
              <a:off x="867619" y="-113989"/>
              <a:ext cx="1098834" cy="382780"/>
              <a:chOff x="0" y="-47625"/>
              <a:chExt cx="459098" cy="159927"/>
            </a:xfrm>
          </p:grpSpPr>
          <p:sp>
            <p:nvSpPr>
              <p:cNvPr id="537" name="Google Shape;537;p12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2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9" name="Google Shape;539;p12"/>
            <p:cNvGrpSpPr/>
            <p:nvPr/>
          </p:nvGrpSpPr>
          <p:grpSpPr>
            <a:xfrm>
              <a:off x="2220438" y="400980"/>
              <a:ext cx="1340712" cy="382780"/>
              <a:chOff x="0" y="-47625"/>
              <a:chExt cx="560156" cy="159927"/>
            </a:xfrm>
          </p:grpSpPr>
          <p:sp>
            <p:nvSpPr>
              <p:cNvPr id="540" name="Google Shape;540;p12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2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2" name="Google Shape;542;p12"/>
            <p:cNvGrpSpPr/>
            <p:nvPr/>
          </p:nvGrpSpPr>
          <p:grpSpPr>
            <a:xfrm>
              <a:off x="2668624" y="-113989"/>
              <a:ext cx="892526" cy="382780"/>
              <a:chOff x="0" y="-47625"/>
              <a:chExt cx="372901" cy="159927"/>
            </a:xfrm>
          </p:grpSpPr>
          <p:sp>
            <p:nvSpPr>
              <p:cNvPr id="543" name="Google Shape;543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5" name="Google Shape;545;p12"/>
            <p:cNvGrpSpPr/>
            <p:nvPr/>
          </p:nvGrpSpPr>
          <p:grpSpPr>
            <a:xfrm>
              <a:off x="377896" y="915949"/>
              <a:ext cx="892526" cy="382780"/>
              <a:chOff x="0" y="-47625"/>
              <a:chExt cx="372901" cy="159927"/>
            </a:xfrm>
          </p:grpSpPr>
          <p:sp>
            <p:nvSpPr>
              <p:cNvPr id="546" name="Google Shape;546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8" name="Google Shape;548;p12"/>
            <p:cNvGrpSpPr/>
            <p:nvPr/>
          </p:nvGrpSpPr>
          <p:grpSpPr>
            <a:xfrm>
              <a:off x="634002" y="1430418"/>
              <a:ext cx="892526" cy="382780"/>
              <a:chOff x="0" y="-47625"/>
              <a:chExt cx="372901" cy="159927"/>
            </a:xfrm>
          </p:grpSpPr>
          <p:sp>
            <p:nvSpPr>
              <p:cNvPr id="549" name="Google Shape;549;p12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2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1" name="Google Shape;551;p12"/>
            <p:cNvGrpSpPr/>
            <p:nvPr/>
          </p:nvGrpSpPr>
          <p:grpSpPr>
            <a:xfrm>
              <a:off x="1615742" y="400980"/>
              <a:ext cx="543937" cy="382780"/>
              <a:chOff x="0" y="-47625"/>
              <a:chExt cx="227259" cy="159927"/>
            </a:xfrm>
          </p:grpSpPr>
          <p:sp>
            <p:nvSpPr>
              <p:cNvPr id="552" name="Google Shape;552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4" name="Google Shape;554;p12"/>
            <p:cNvGrpSpPr/>
            <p:nvPr/>
          </p:nvGrpSpPr>
          <p:grpSpPr>
            <a:xfrm>
              <a:off x="0" y="1430418"/>
              <a:ext cx="543937" cy="382780"/>
              <a:chOff x="0" y="-47625"/>
              <a:chExt cx="227259" cy="159927"/>
            </a:xfrm>
          </p:grpSpPr>
          <p:sp>
            <p:nvSpPr>
              <p:cNvPr id="555" name="Google Shape;555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7" name="Google Shape;557;p12"/>
            <p:cNvGrpSpPr/>
            <p:nvPr/>
          </p:nvGrpSpPr>
          <p:grpSpPr>
            <a:xfrm>
              <a:off x="2044509" y="-113989"/>
              <a:ext cx="543937" cy="382780"/>
              <a:chOff x="0" y="-47625"/>
              <a:chExt cx="227259" cy="159927"/>
            </a:xfrm>
          </p:grpSpPr>
          <p:sp>
            <p:nvSpPr>
              <p:cNvPr id="558" name="Google Shape;558;p12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12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4" name="Google Shape;564;p13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565" name="Google Shape;565;p13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566" name="Google Shape;566;p1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13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68" name="Google Shape;568;p13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569" name="Google Shape;569;p13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13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571" name="Google Shape;571;p13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572" name="Google Shape;572;p13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573" name="Google Shape;573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5" name="Google Shape;575;p13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576" name="Google Shape;576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Google Shape;577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78" name="Google Shape;578;p13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579" name="Google Shape;579;p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Google Shape;580;p13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81" name="Google Shape;581;p13"/>
          <p:cNvSpPr txBox="1"/>
          <p:nvPr/>
        </p:nvSpPr>
        <p:spPr>
          <a:xfrm>
            <a:off x="1028700" y="4047527"/>
            <a:ext cx="11913160" cy="997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97"/>
              </a:lnSpc>
            </a:pPr>
            <a:r>
              <a:rPr lang="en-US" sz="5400" dirty="0">
                <a:solidFill>
                  <a:schemeClr val="bg1"/>
                </a:solidFill>
              </a:rPr>
              <a:t>Competitive Programming: What is it?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82" name="Google Shape;582;p13"/>
          <p:cNvGrpSpPr/>
          <p:nvPr/>
        </p:nvGrpSpPr>
        <p:grpSpPr>
          <a:xfrm>
            <a:off x="1028700" y="1497756"/>
            <a:ext cx="2633927" cy="1663607"/>
            <a:chOff x="0" y="-47625"/>
            <a:chExt cx="751045" cy="474365"/>
          </a:xfrm>
        </p:grpSpPr>
        <p:sp>
          <p:nvSpPr>
            <p:cNvPr id="583" name="Google Shape;583;p13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47029" y="0"/>
                  </a:moveTo>
                  <a:lnTo>
                    <a:pt x="704016" y="0"/>
                  </a:lnTo>
                  <a:cubicBezTo>
                    <a:pt x="729989" y="0"/>
                    <a:pt x="751045" y="21056"/>
                    <a:pt x="751045" y="47029"/>
                  </a:cubicBezTo>
                  <a:lnTo>
                    <a:pt x="751045" y="379711"/>
                  </a:lnTo>
                  <a:cubicBezTo>
                    <a:pt x="751045" y="405685"/>
                    <a:pt x="729989" y="426740"/>
                    <a:pt x="704016" y="426740"/>
                  </a:cubicBezTo>
                  <a:lnTo>
                    <a:pt x="47029" y="426740"/>
                  </a:lnTo>
                  <a:cubicBezTo>
                    <a:pt x="21056" y="426740"/>
                    <a:pt x="0" y="405685"/>
                    <a:pt x="0" y="379711"/>
                  </a:cubicBezTo>
                  <a:lnTo>
                    <a:pt x="0" y="47029"/>
                  </a:lnTo>
                  <a:cubicBezTo>
                    <a:pt x="0" y="21056"/>
                    <a:pt x="21056" y="0"/>
                    <a:pt x="47029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13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85" name="Google Shape;585;p13"/>
          <p:cNvGrpSpPr/>
          <p:nvPr/>
        </p:nvGrpSpPr>
        <p:grpSpPr>
          <a:xfrm>
            <a:off x="1109190" y="1742000"/>
            <a:ext cx="2633927" cy="1663607"/>
            <a:chOff x="0" y="-47625"/>
            <a:chExt cx="751045" cy="474365"/>
          </a:xfrm>
        </p:grpSpPr>
        <p:sp>
          <p:nvSpPr>
            <p:cNvPr id="586" name="Google Shape;586;p13"/>
            <p:cNvSpPr/>
            <p:nvPr/>
          </p:nvSpPr>
          <p:spPr>
            <a:xfrm>
              <a:off x="0" y="0"/>
              <a:ext cx="751045" cy="426740"/>
            </a:xfrm>
            <a:custGeom>
              <a:avLst/>
              <a:gdLst/>
              <a:ahLst/>
              <a:cxnLst/>
              <a:rect l="l" t="t" r="r" b="b"/>
              <a:pathLst>
                <a:path w="751045" h="426740" extrusionOk="0">
                  <a:moveTo>
                    <a:pt x="52908" y="0"/>
                  </a:moveTo>
                  <a:lnTo>
                    <a:pt x="698137" y="0"/>
                  </a:lnTo>
                  <a:cubicBezTo>
                    <a:pt x="727357" y="0"/>
                    <a:pt x="751045" y="23688"/>
                    <a:pt x="751045" y="52908"/>
                  </a:cubicBezTo>
                  <a:lnTo>
                    <a:pt x="751045" y="373833"/>
                  </a:lnTo>
                  <a:cubicBezTo>
                    <a:pt x="751045" y="403053"/>
                    <a:pt x="727357" y="426740"/>
                    <a:pt x="698137" y="426740"/>
                  </a:cubicBezTo>
                  <a:lnTo>
                    <a:pt x="52908" y="426740"/>
                  </a:lnTo>
                  <a:cubicBezTo>
                    <a:pt x="23688" y="426740"/>
                    <a:pt x="0" y="403053"/>
                    <a:pt x="0" y="373833"/>
                  </a:cubicBezTo>
                  <a:lnTo>
                    <a:pt x="0" y="52908"/>
                  </a:lnTo>
                  <a:cubicBezTo>
                    <a:pt x="0" y="23688"/>
                    <a:pt x="23688" y="0"/>
                    <a:pt x="52908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13"/>
            <p:cNvSpPr txBox="1"/>
            <p:nvPr/>
          </p:nvSpPr>
          <p:spPr>
            <a:xfrm>
              <a:off x="0" y="-47625"/>
              <a:ext cx="751045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8" name="Google Shape;588;p13"/>
          <p:cNvSpPr txBox="1"/>
          <p:nvPr/>
        </p:nvSpPr>
        <p:spPr>
          <a:xfrm>
            <a:off x="1559660" y="1965160"/>
            <a:ext cx="1732987" cy="16998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916" b="0" i="0" u="none" strike="noStrike" cap="none" dirty="0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01</a:t>
            </a:r>
            <a:endParaRPr dirty="0"/>
          </a:p>
        </p:txBody>
      </p:sp>
      <p:sp>
        <p:nvSpPr>
          <p:cNvPr id="589" name="Google Shape;589;p13"/>
          <p:cNvSpPr txBox="1"/>
          <p:nvPr/>
        </p:nvSpPr>
        <p:spPr>
          <a:xfrm>
            <a:off x="1109189" y="5129285"/>
            <a:ext cx="16430665" cy="3913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just">
              <a:lnSpc>
                <a:spcPct val="186611"/>
              </a:lnSpc>
            </a:pPr>
            <a:r>
              <a:rPr lang="en-US" sz="2600" dirty="0">
                <a:solidFill>
                  <a:schemeClr val="bg1"/>
                </a:solidFill>
              </a:rPr>
              <a:t>CP is a mind sport focused on problem-solving rather than traditional programming.</a:t>
            </a:r>
          </a:p>
          <a:p>
            <a:pPr lvl="0" algn="just">
              <a:lnSpc>
                <a:spcPct val="186611"/>
              </a:lnSpc>
            </a:pPr>
            <a:r>
              <a:rPr lang="en-US" sz="2600" dirty="0">
                <a:solidFill>
                  <a:schemeClr val="bg1"/>
                </a:solidFill>
              </a:rPr>
              <a:t>The goal of CP is to increase logical ability and write code for challenging situations.</a:t>
            </a:r>
          </a:p>
          <a:p>
            <a:pPr lvl="0">
              <a:lnSpc>
                <a:spcPct val="186611"/>
              </a:lnSpc>
            </a:pP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•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Mind Sport: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 mental challenge, not just writing code.</a:t>
            </a:r>
          </a:p>
          <a:p>
            <a:pPr lvl="0">
              <a:lnSpc>
                <a:spcPct val="186611"/>
              </a:lnSpc>
            </a:pP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•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Algorithmic Problem Solving:</a:t>
            </a:r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Applying advanced Data Structures and Algorithms (DSA). </a:t>
            </a:r>
          </a:p>
          <a:p>
            <a:pPr lvl="0">
              <a:lnSpc>
                <a:spcPct val="186611"/>
              </a:lnSpc>
            </a:pP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• </a:t>
            </a:r>
            <a:r>
              <a:rPr lang="en-US" sz="2800" b="1" dirty="0">
                <a:solidFill>
                  <a:schemeClr val="tx2">
                    <a:lumMod val="75000"/>
                  </a:schemeClr>
                </a:solidFill>
              </a:rPr>
              <a:t>Competitive: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 Code is verified by an automated judge under strict time and memory constraints.</a:t>
            </a:r>
            <a:endParaRPr sz="2400" b="0" i="0" u="none" strike="noStrike" cap="none" dirty="0">
              <a:solidFill>
                <a:schemeClr val="accent5">
                  <a:lumMod val="40000"/>
                  <a:lumOff val="60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0" name="Google Shape;590;p13"/>
          <p:cNvGrpSpPr/>
          <p:nvPr/>
        </p:nvGrpSpPr>
        <p:grpSpPr>
          <a:xfrm>
            <a:off x="12237060" y="1508356"/>
            <a:ext cx="4886815" cy="2644597"/>
            <a:chOff x="0" y="-208563"/>
            <a:chExt cx="6515753" cy="3526129"/>
          </a:xfrm>
        </p:grpSpPr>
        <p:grpSp>
          <p:nvGrpSpPr>
            <p:cNvPr id="591" name="Google Shape;591;p13"/>
            <p:cNvGrpSpPr/>
            <p:nvPr/>
          </p:nvGrpSpPr>
          <p:grpSpPr>
            <a:xfrm>
              <a:off x="2956287" y="2617202"/>
              <a:ext cx="3559466" cy="700364"/>
              <a:chOff x="0" y="-47625"/>
              <a:chExt cx="812800" cy="159927"/>
            </a:xfrm>
          </p:grpSpPr>
          <p:sp>
            <p:nvSpPr>
              <p:cNvPr id="592" name="Google Shape;592;p13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Google Shape;593;p13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4" name="Google Shape;594;p13"/>
            <p:cNvGrpSpPr/>
            <p:nvPr/>
          </p:nvGrpSpPr>
          <p:grpSpPr>
            <a:xfrm>
              <a:off x="2500711" y="1675891"/>
              <a:ext cx="4015041" cy="700364"/>
              <a:chOff x="0" y="-47625"/>
              <a:chExt cx="916830" cy="159927"/>
            </a:xfrm>
          </p:grpSpPr>
          <p:sp>
            <p:nvSpPr>
              <p:cNvPr id="595" name="Google Shape;595;p13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13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7" name="Google Shape;597;p13"/>
            <p:cNvGrpSpPr/>
            <p:nvPr/>
          </p:nvGrpSpPr>
          <p:grpSpPr>
            <a:xfrm>
              <a:off x="1587463" y="-208563"/>
              <a:ext cx="2010510" cy="700364"/>
              <a:chOff x="0" y="-47625"/>
              <a:chExt cx="459098" cy="159927"/>
            </a:xfrm>
          </p:grpSpPr>
          <p:sp>
            <p:nvSpPr>
              <p:cNvPr id="598" name="Google Shape;598;p13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13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0" name="Google Shape;600;p13"/>
            <p:cNvGrpSpPr/>
            <p:nvPr/>
          </p:nvGrpSpPr>
          <p:grpSpPr>
            <a:xfrm>
              <a:off x="4062684" y="733664"/>
              <a:ext cx="2453069" cy="700364"/>
              <a:chOff x="0" y="-47625"/>
              <a:chExt cx="560156" cy="159927"/>
            </a:xfrm>
          </p:grpSpPr>
          <p:sp>
            <p:nvSpPr>
              <p:cNvPr id="601" name="Google Shape;601;p13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13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13"/>
            <p:cNvGrpSpPr/>
            <p:nvPr/>
          </p:nvGrpSpPr>
          <p:grpSpPr>
            <a:xfrm>
              <a:off x="4882719" y="-208563"/>
              <a:ext cx="1633034" cy="700364"/>
              <a:chOff x="0" y="-47625"/>
              <a:chExt cx="372901" cy="159927"/>
            </a:xfrm>
          </p:grpSpPr>
          <p:sp>
            <p:nvSpPr>
              <p:cNvPr id="604" name="Google Shape;604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6" name="Google Shape;606;p13"/>
            <p:cNvGrpSpPr/>
            <p:nvPr/>
          </p:nvGrpSpPr>
          <p:grpSpPr>
            <a:xfrm>
              <a:off x="691427" y="1675891"/>
              <a:ext cx="1633034" cy="700364"/>
              <a:chOff x="0" y="-47625"/>
              <a:chExt cx="372901" cy="159927"/>
            </a:xfrm>
          </p:grpSpPr>
          <p:sp>
            <p:nvSpPr>
              <p:cNvPr id="607" name="Google Shape;607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9" name="Google Shape;609;p13"/>
            <p:cNvGrpSpPr/>
            <p:nvPr/>
          </p:nvGrpSpPr>
          <p:grpSpPr>
            <a:xfrm>
              <a:off x="1160019" y="2617202"/>
              <a:ext cx="1633034" cy="700364"/>
              <a:chOff x="0" y="-47625"/>
              <a:chExt cx="372901" cy="159927"/>
            </a:xfrm>
          </p:grpSpPr>
          <p:sp>
            <p:nvSpPr>
              <p:cNvPr id="610" name="Google Shape;610;p13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13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2" name="Google Shape;612;p13"/>
            <p:cNvGrpSpPr/>
            <p:nvPr/>
          </p:nvGrpSpPr>
          <p:grpSpPr>
            <a:xfrm>
              <a:off x="2956287" y="733664"/>
              <a:ext cx="995228" cy="700364"/>
              <a:chOff x="0" y="-47625"/>
              <a:chExt cx="227259" cy="159927"/>
            </a:xfrm>
          </p:grpSpPr>
          <p:sp>
            <p:nvSpPr>
              <p:cNvPr id="613" name="Google Shape;613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5" name="Google Shape;615;p13"/>
            <p:cNvGrpSpPr/>
            <p:nvPr/>
          </p:nvGrpSpPr>
          <p:grpSpPr>
            <a:xfrm>
              <a:off x="0" y="2617202"/>
              <a:ext cx="995228" cy="700364"/>
              <a:chOff x="0" y="-47625"/>
              <a:chExt cx="227259" cy="159927"/>
            </a:xfrm>
          </p:grpSpPr>
          <p:sp>
            <p:nvSpPr>
              <p:cNvPr id="616" name="Google Shape;616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Google Shape;617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8" name="Google Shape;618;p13"/>
            <p:cNvGrpSpPr/>
            <p:nvPr/>
          </p:nvGrpSpPr>
          <p:grpSpPr>
            <a:xfrm>
              <a:off x="3740791" y="-208563"/>
              <a:ext cx="995228" cy="700364"/>
              <a:chOff x="0" y="-47625"/>
              <a:chExt cx="227259" cy="159927"/>
            </a:xfrm>
          </p:grpSpPr>
          <p:sp>
            <p:nvSpPr>
              <p:cNvPr id="619" name="Google Shape;619;p13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13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5" name="Google Shape;625;p14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626" name="Google Shape;626;p14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627" name="Google Shape;627;p1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Google Shape;628;p14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29" name="Google Shape;629;p14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630" name="Google Shape;630;p14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14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32" name="Google Shape;632;p14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33" name="Google Shape;633;p14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634" name="Google Shape;634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14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637" name="Google Shape;637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Google Shape;638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9" name="Google Shape;639;p14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640" name="Google Shape;640;p1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Google Shape;641;p14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42" name="Google Shape;642;p14"/>
          <p:cNvGrpSpPr/>
          <p:nvPr/>
        </p:nvGrpSpPr>
        <p:grpSpPr>
          <a:xfrm>
            <a:off x="1028700" y="1318571"/>
            <a:ext cx="15844362" cy="1663607"/>
            <a:chOff x="0" y="-47625"/>
            <a:chExt cx="4517902" cy="474365"/>
          </a:xfrm>
        </p:grpSpPr>
        <p:sp>
          <p:nvSpPr>
            <p:cNvPr id="643" name="Google Shape;643;p14"/>
            <p:cNvSpPr/>
            <p:nvPr/>
          </p:nvSpPr>
          <p:spPr>
            <a:xfrm>
              <a:off x="0" y="0"/>
              <a:ext cx="4517902" cy="426740"/>
            </a:xfrm>
            <a:custGeom>
              <a:avLst/>
              <a:gdLst/>
              <a:ahLst/>
              <a:cxnLst/>
              <a:rect l="l" t="t" r="r" b="b"/>
              <a:pathLst>
                <a:path w="4517902" h="426740" extrusionOk="0">
                  <a:moveTo>
                    <a:pt x="7818" y="0"/>
                  </a:moveTo>
                  <a:lnTo>
                    <a:pt x="4510084" y="0"/>
                  </a:lnTo>
                  <a:cubicBezTo>
                    <a:pt x="4514402" y="0"/>
                    <a:pt x="4517902" y="3500"/>
                    <a:pt x="4517902" y="7818"/>
                  </a:cubicBezTo>
                  <a:lnTo>
                    <a:pt x="4517902" y="418922"/>
                  </a:lnTo>
                  <a:cubicBezTo>
                    <a:pt x="4517902" y="423240"/>
                    <a:pt x="4514402" y="426740"/>
                    <a:pt x="4510084" y="426740"/>
                  </a:cubicBezTo>
                  <a:lnTo>
                    <a:pt x="7818" y="426740"/>
                  </a:lnTo>
                  <a:cubicBezTo>
                    <a:pt x="3500" y="426740"/>
                    <a:pt x="0" y="423240"/>
                    <a:pt x="0" y="418922"/>
                  </a:cubicBezTo>
                  <a:lnTo>
                    <a:pt x="0" y="7818"/>
                  </a:lnTo>
                  <a:cubicBezTo>
                    <a:pt x="0" y="3500"/>
                    <a:pt x="3500" y="0"/>
                    <a:pt x="7818" y="0"/>
                  </a:cubicBezTo>
                  <a:close/>
                </a:path>
              </a:pathLst>
            </a:custGeom>
            <a:solidFill>
              <a:srgbClr val="FF66C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14"/>
            <p:cNvSpPr txBox="1"/>
            <p:nvPr/>
          </p:nvSpPr>
          <p:spPr>
            <a:xfrm>
              <a:off x="0" y="-47625"/>
              <a:ext cx="4517902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45" name="Google Shape;645;p14"/>
          <p:cNvGrpSpPr/>
          <p:nvPr/>
        </p:nvGrpSpPr>
        <p:grpSpPr>
          <a:xfrm>
            <a:off x="1512888" y="1562816"/>
            <a:ext cx="15844362" cy="1663607"/>
            <a:chOff x="0" y="-47625"/>
            <a:chExt cx="4517902" cy="474365"/>
          </a:xfrm>
        </p:grpSpPr>
        <p:sp>
          <p:nvSpPr>
            <p:cNvPr id="646" name="Google Shape;646;p14"/>
            <p:cNvSpPr/>
            <p:nvPr/>
          </p:nvSpPr>
          <p:spPr>
            <a:xfrm>
              <a:off x="0" y="0"/>
              <a:ext cx="4517902" cy="426740"/>
            </a:xfrm>
            <a:custGeom>
              <a:avLst/>
              <a:gdLst/>
              <a:ahLst/>
              <a:cxnLst/>
              <a:rect l="l" t="t" r="r" b="b"/>
              <a:pathLst>
                <a:path w="4517902" h="426740" extrusionOk="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14"/>
            <p:cNvSpPr txBox="1"/>
            <p:nvPr/>
          </p:nvSpPr>
          <p:spPr>
            <a:xfrm>
              <a:off x="0" y="-47625"/>
              <a:ext cx="4517902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48" name="Google Shape;648;p14"/>
          <p:cNvSpPr txBox="1"/>
          <p:nvPr/>
        </p:nvSpPr>
        <p:spPr>
          <a:xfrm>
            <a:off x="1690563" y="1743689"/>
            <a:ext cx="15489012" cy="1594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3" dirty="0">
                <a:solidFill>
                  <a:srgbClr val="FFFFFF"/>
                </a:solidFill>
                <a:latin typeface="Courier"/>
                <a:sym typeface="Courier"/>
              </a:rPr>
              <a:t>THE IMPORTANCE OF CP?</a:t>
            </a:r>
            <a:endParaRPr dirty="0"/>
          </a:p>
        </p:txBody>
      </p:sp>
      <p:sp>
        <p:nvSpPr>
          <p:cNvPr id="649" name="Google Shape;649;p14"/>
          <p:cNvSpPr txBox="1"/>
          <p:nvPr/>
        </p:nvSpPr>
        <p:spPr>
          <a:xfrm>
            <a:off x="1365336" y="3436388"/>
            <a:ext cx="8562645" cy="3016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 Improves problem solving</a:t>
            </a:r>
          </a:p>
          <a:p>
            <a:pPr marR="0" lvl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 Prepare for placements</a:t>
            </a:r>
          </a:p>
          <a:p>
            <a:pPr marR="0" lvl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 Resume building</a:t>
            </a:r>
          </a:p>
          <a:p>
            <a:pPr marR="0" lvl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 Event participation and winning </a:t>
            </a:r>
          </a:p>
          <a:p>
            <a:pPr marR="0" lvl="0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- Confidence building in programming   </a:t>
            </a:r>
            <a:r>
              <a:rPr lang="en-US" sz="2800" b="0" i="0" u="none" strike="noStrike" cap="none" dirty="0">
                <a:solidFill>
                  <a:srgbClr val="FFFFFF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endParaRPr sz="1600" dirty="0"/>
          </a:p>
        </p:txBody>
      </p:sp>
      <p:pic>
        <p:nvPicPr>
          <p:cNvPr id="650" name="Google Shape;65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36381" y="3918454"/>
            <a:ext cx="6643193" cy="50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5" name="Google Shape;655;p15"/>
          <p:cNvGrpSpPr/>
          <p:nvPr/>
        </p:nvGrpSpPr>
        <p:grpSpPr>
          <a:xfrm>
            <a:off x="486062" y="415137"/>
            <a:ext cx="17315876" cy="9454319"/>
            <a:chOff x="0" y="-241102"/>
            <a:chExt cx="23087835" cy="12605759"/>
          </a:xfrm>
        </p:grpSpPr>
        <p:grpSp>
          <p:nvGrpSpPr>
            <p:cNvPr id="656" name="Google Shape;656;p15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657" name="Google Shape;657;p1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15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59" name="Google Shape;659;p15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660" name="Google Shape;660;p15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Google Shape;661;p15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662" name="Google Shape;662;p15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663" name="Google Shape;663;p15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664" name="Google Shape;664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6" name="Google Shape;666;p15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667" name="Google Shape;667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9" name="Google Shape;669;p15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670" name="Google Shape;670;p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15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72" name="Google Shape;672;p15"/>
          <p:cNvSpPr txBox="1"/>
          <p:nvPr/>
        </p:nvSpPr>
        <p:spPr>
          <a:xfrm>
            <a:off x="1028700" y="3832860"/>
            <a:ext cx="1149720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673" name="Google Shape;673;p15"/>
          <p:cNvGrpSpPr/>
          <p:nvPr/>
        </p:nvGrpSpPr>
        <p:grpSpPr>
          <a:xfrm>
            <a:off x="12526014" y="6613703"/>
            <a:ext cx="4886815" cy="2644597"/>
            <a:chOff x="0" y="-208563"/>
            <a:chExt cx="6515753" cy="3526129"/>
          </a:xfrm>
        </p:grpSpPr>
        <p:grpSp>
          <p:nvGrpSpPr>
            <p:cNvPr id="674" name="Google Shape;674;p15"/>
            <p:cNvGrpSpPr/>
            <p:nvPr/>
          </p:nvGrpSpPr>
          <p:grpSpPr>
            <a:xfrm>
              <a:off x="2956287" y="2617202"/>
              <a:ext cx="3559466" cy="700364"/>
              <a:chOff x="0" y="-47625"/>
              <a:chExt cx="812800" cy="159927"/>
            </a:xfrm>
          </p:grpSpPr>
          <p:sp>
            <p:nvSpPr>
              <p:cNvPr id="675" name="Google Shape;675;p1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5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7" name="Google Shape;677;p15"/>
            <p:cNvGrpSpPr/>
            <p:nvPr/>
          </p:nvGrpSpPr>
          <p:grpSpPr>
            <a:xfrm>
              <a:off x="2500711" y="1675891"/>
              <a:ext cx="4015041" cy="700364"/>
              <a:chOff x="0" y="-47625"/>
              <a:chExt cx="916830" cy="159927"/>
            </a:xfrm>
          </p:grpSpPr>
          <p:sp>
            <p:nvSpPr>
              <p:cNvPr id="678" name="Google Shape;678;p1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5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0" name="Google Shape;680;p15"/>
            <p:cNvGrpSpPr/>
            <p:nvPr/>
          </p:nvGrpSpPr>
          <p:grpSpPr>
            <a:xfrm>
              <a:off x="1587463" y="-208563"/>
              <a:ext cx="2010510" cy="700364"/>
              <a:chOff x="0" y="-47625"/>
              <a:chExt cx="459098" cy="159927"/>
            </a:xfrm>
          </p:grpSpPr>
          <p:sp>
            <p:nvSpPr>
              <p:cNvPr id="681" name="Google Shape;681;p1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5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3" name="Google Shape;683;p15"/>
            <p:cNvGrpSpPr/>
            <p:nvPr/>
          </p:nvGrpSpPr>
          <p:grpSpPr>
            <a:xfrm>
              <a:off x="4062684" y="733664"/>
              <a:ext cx="2453069" cy="700364"/>
              <a:chOff x="0" y="-47625"/>
              <a:chExt cx="560156" cy="159927"/>
            </a:xfrm>
          </p:grpSpPr>
          <p:sp>
            <p:nvSpPr>
              <p:cNvPr id="684" name="Google Shape;684;p1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5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6" name="Google Shape;686;p15"/>
            <p:cNvGrpSpPr/>
            <p:nvPr/>
          </p:nvGrpSpPr>
          <p:grpSpPr>
            <a:xfrm>
              <a:off x="4882719" y="-208563"/>
              <a:ext cx="1633034" cy="700364"/>
              <a:chOff x="0" y="-47625"/>
              <a:chExt cx="372901" cy="159927"/>
            </a:xfrm>
          </p:grpSpPr>
          <p:sp>
            <p:nvSpPr>
              <p:cNvPr id="687" name="Google Shape;687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89" name="Google Shape;689;p15"/>
            <p:cNvGrpSpPr/>
            <p:nvPr/>
          </p:nvGrpSpPr>
          <p:grpSpPr>
            <a:xfrm>
              <a:off x="691427" y="1675891"/>
              <a:ext cx="1633034" cy="700364"/>
              <a:chOff x="0" y="-47625"/>
              <a:chExt cx="372901" cy="159927"/>
            </a:xfrm>
          </p:grpSpPr>
          <p:sp>
            <p:nvSpPr>
              <p:cNvPr id="690" name="Google Shape;690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2" name="Google Shape;692;p15"/>
            <p:cNvGrpSpPr/>
            <p:nvPr/>
          </p:nvGrpSpPr>
          <p:grpSpPr>
            <a:xfrm>
              <a:off x="1160019" y="2617202"/>
              <a:ext cx="1633034" cy="700364"/>
              <a:chOff x="0" y="-47625"/>
              <a:chExt cx="372901" cy="159927"/>
            </a:xfrm>
          </p:grpSpPr>
          <p:sp>
            <p:nvSpPr>
              <p:cNvPr id="693" name="Google Shape;693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5" name="Google Shape;695;p15"/>
            <p:cNvGrpSpPr/>
            <p:nvPr/>
          </p:nvGrpSpPr>
          <p:grpSpPr>
            <a:xfrm>
              <a:off x="2956287" y="733664"/>
              <a:ext cx="995228" cy="700364"/>
              <a:chOff x="0" y="-47625"/>
              <a:chExt cx="227259" cy="159927"/>
            </a:xfrm>
          </p:grpSpPr>
          <p:sp>
            <p:nvSpPr>
              <p:cNvPr id="696" name="Google Shape;696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98" name="Google Shape;698;p15"/>
            <p:cNvGrpSpPr/>
            <p:nvPr/>
          </p:nvGrpSpPr>
          <p:grpSpPr>
            <a:xfrm>
              <a:off x="0" y="2617202"/>
              <a:ext cx="995228" cy="700364"/>
              <a:chOff x="0" y="-47625"/>
              <a:chExt cx="227259" cy="159927"/>
            </a:xfrm>
          </p:grpSpPr>
          <p:sp>
            <p:nvSpPr>
              <p:cNvPr id="699" name="Google Shape;699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Google Shape;700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1" name="Google Shape;701;p15"/>
            <p:cNvGrpSpPr/>
            <p:nvPr/>
          </p:nvGrpSpPr>
          <p:grpSpPr>
            <a:xfrm>
              <a:off x="3740791" y="-208563"/>
              <a:ext cx="995228" cy="700364"/>
              <a:chOff x="0" y="-47625"/>
              <a:chExt cx="227259" cy="159927"/>
            </a:xfrm>
          </p:grpSpPr>
          <p:sp>
            <p:nvSpPr>
              <p:cNvPr id="702" name="Google Shape;702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Google Shape;703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04" name="Google Shape;704;p15"/>
          <p:cNvGrpSpPr/>
          <p:nvPr/>
        </p:nvGrpSpPr>
        <p:grpSpPr>
          <a:xfrm rot="10800000">
            <a:off x="11609617" y="1664778"/>
            <a:ext cx="3359805" cy="1818225"/>
            <a:chOff x="0" y="-143392"/>
            <a:chExt cx="4479740" cy="2424300"/>
          </a:xfrm>
        </p:grpSpPr>
        <p:grpSp>
          <p:nvGrpSpPr>
            <p:cNvPr id="705" name="Google Shape;705;p15"/>
            <p:cNvGrpSpPr/>
            <p:nvPr/>
          </p:nvGrpSpPr>
          <p:grpSpPr>
            <a:xfrm>
              <a:off x="2032520" y="1799391"/>
              <a:ext cx="2447220" cy="481517"/>
              <a:chOff x="0" y="-47625"/>
              <a:chExt cx="812800" cy="159927"/>
            </a:xfrm>
          </p:grpSpPr>
          <p:sp>
            <p:nvSpPr>
              <p:cNvPr id="706" name="Google Shape;706;p15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Google Shape;707;p15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08" name="Google Shape;708;p15"/>
            <p:cNvGrpSpPr/>
            <p:nvPr/>
          </p:nvGrpSpPr>
          <p:grpSpPr>
            <a:xfrm>
              <a:off x="1719300" y="1152216"/>
              <a:ext cx="2760439" cy="481517"/>
              <a:chOff x="0" y="-47625"/>
              <a:chExt cx="916830" cy="159927"/>
            </a:xfrm>
          </p:grpSpPr>
          <p:sp>
            <p:nvSpPr>
              <p:cNvPr id="709" name="Google Shape;709;p15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15"/>
            <p:cNvGrpSpPr/>
            <p:nvPr/>
          </p:nvGrpSpPr>
          <p:grpSpPr>
            <a:xfrm>
              <a:off x="1091420" y="-143392"/>
              <a:ext cx="1382275" cy="481517"/>
              <a:chOff x="0" y="-47625"/>
              <a:chExt cx="459098" cy="159927"/>
            </a:xfrm>
          </p:grpSpPr>
          <p:sp>
            <p:nvSpPr>
              <p:cNvPr id="712" name="Google Shape;712;p15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4" name="Google Shape;714;p15"/>
            <p:cNvGrpSpPr/>
            <p:nvPr/>
          </p:nvGrpSpPr>
          <p:grpSpPr>
            <a:xfrm>
              <a:off x="2793195" y="504412"/>
              <a:ext cx="1686545" cy="481517"/>
              <a:chOff x="0" y="-47625"/>
              <a:chExt cx="560156" cy="159927"/>
            </a:xfrm>
          </p:grpSpPr>
          <p:sp>
            <p:nvSpPr>
              <p:cNvPr id="715" name="Google Shape;715;p15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15"/>
            <p:cNvGrpSpPr/>
            <p:nvPr/>
          </p:nvGrpSpPr>
          <p:grpSpPr>
            <a:xfrm>
              <a:off x="3356989" y="-143392"/>
              <a:ext cx="1122751" cy="481517"/>
              <a:chOff x="0" y="-47625"/>
              <a:chExt cx="372901" cy="159927"/>
            </a:xfrm>
          </p:grpSpPr>
          <p:sp>
            <p:nvSpPr>
              <p:cNvPr id="718" name="Google Shape;718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0" name="Google Shape;720;p15"/>
            <p:cNvGrpSpPr/>
            <p:nvPr/>
          </p:nvGrpSpPr>
          <p:grpSpPr>
            <a:xfrm>
              <a:off x="475373" y="1152216"/>
              <a:ext cx="1122751" cy="481517"/>
              <a:chOff x="0" y="-47625"/>
              <a:chExt cx="372901" cy="159927"/>
            </a:xfrm>
          </p:grpSpPr>
          <p:sp>
            <p:nvSpPr>
              <p:cNvPr id="721" name="Google Shape;721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3" name="Google Shape;723;p15"/>
            <p:cNvGrpSpPr/>
            <p:nvPr/>
          </p:nvGrpSpPr>
          <p:grpSpPr>
            <a:xfrm>
              <a:off x="797541" y="1799391"/>
              <a:ext cx="1122751" cy="481517"/>
              <a:chOff x="0" y="-47625"/>
              <a:chExt cx="372901" cy="159927"/>
            </a:xfrm>
          </p:grpSpPr>
          <p:sp>
            <p:nvSpPr>
              <p:cNvPr id="724" name="Google Shape;724;p15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6" name="Google Shape;726;p15"/>
            <p:cNvGrpSpPr/>
            <p:nvPr/>
          </p:nvGrpSpPr>
          <p:grpSpPr>
            <a:xfrm>
              <a:off x="2032520" y="504412"/>
              <a:ext cx="684244" cy="481517"/>
              <a:chOff x="0" y="-47625"/>
              <a:chExt cx="227259" cy="159927"/>
            </a:xfrm>
          </p:grpSpPr>
          <p:sp>
            <p:nvSpPr>
              <p:cNvPr id="727" name="Google Shape;727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9" name="Google Shape;729;p15"/>
            <p:cNvGrpSpPr/>
            <p:nvPr/>
          </p:nvGrpSpPr>
          <p:grpSpPr>
            <a:xfrm>
              <a:off x="0" y="1799391"/>
              <a:ext cx="684244" cy="481517"/>
              <a:chOff x="0" y="-47625"/>
              <a:chExt cx="227259" cy="159927"/>
            </a:xfrm>
          </p:grpSpPr>
          <p:sp>
            <p:nvSpPr>
              <p:cNvPr id="730" name="Google Shape;730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2" name="Google Shape;732;p15"/>
            <p:cNvGrpSpPr/>
            <p:nvPr/>
          </p:nvGrpSpPr>
          <p:grpSpPr>
            <a:xfrm>
              <a:off x="2571886" y="-143392"/>
              <a:ext cx="684244" cy="481517"/>
              <a:chOff x="0" y="-47625"/>
              <a:chExt cx="227259" cy="159927"/>
            </a:xfrm>
          </p:grpSpPr>
          <p:sp>
            <p:nvSpPr>
              <p:cNvPr id="733" name="Google Shape;733;p15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15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35" name="Google Shape;735;p15"/>
          <p:cNvGrpSpPr/>
          <p:nvPr/>
        </p:nvGrpSpPr>
        <p:grpSpPr>
          <a:xfrm>
            <a:off x="1028700" y="1497756"/>
            <a:ext cx="9356103" cy="1663607"/>
            <a:chOff x="0" y="-47625"/>
            <a:chExt cx="2667823" cy="474365"/>
          </a:xfrm>
        </p:grpSpPr>
        <p:sp>
          <p:nvSpPr>
            <p:cNvPr id="736" name="Google Shape;736;p15"/>
            <p:cNvSpPr/>
            <p:nvPr/>
          </p:nvSpPr>
          <p:spPr>
            <a:xfrm>
              <a:off x="0" y="0"/>
              <a:ext cx="2667823" cy="426740"/>
            </a:xfrm>
            <a:custGeom>
              <a:avLst/>
              <a:gdLst/>
              <a:ahLst/>
              <a:cxnLst/>
              <a:rect l="l" t="t" r="r" b="b"/>
              <a:pathLst>
                <a:path w="2667823" h="426740" extrusionOk="0">
                  <a:moveTo>
                    <a:pt x="13240" y="0"/>
                  </a:moveTo>
                  <a:lnTo>
                    <a:pt x="2654584" y="0"/>
                  </a:lnTo>
                  <a:cubicBezTo>
                    <a:pt x="2658095" y="0"/>
                    <a:pt x="2661463" y="1395"/>
                    <a:pt x="2663945" y="3878"/>
                  </a:cubicBezTo>
                  <a:cubicBezTo>
                    <a:pt x="2666428" y="6361"/>
                    <a:pt x="2667823" y="9728"/>
                    <a:pt x="2667823" y="13240"/>
                  </a:cubicBezTo>
                  <a:lnTo>
                    <a:pt x="2667823" y="413501"/>
                  </a:lnTo>
                  <a:cubicBezTo>
                    <a:pt x="2667823" y="417012"/>
                    <a:pt x="2666428" y="420379"/>
                    <a:pt x="2663945" y="422862"/>
                  </a:cubicBezTo>
                  <a:cubicBezTo>
                    <a:pt x="2661463" y="425345"/>
                    <a:pt x="2658095" y="426740"/>
                    <a:pt x="2654584" y="426740"/>
                  </a:cubicBezTo>
                  <a:lnTo>
                    <a:pt x="13240" y="426740"/>
                  </a:lnTo>
                  <a:cubicBezTo>
                    <a:pt x="9728" y="426740"/>
                    <a:pt x="6361" y="425345"/>
                    <a:pt x="3878" y="422862"/>
                  </a:cubicBezTo>
                  <a:cubicBezTo>
                    <a:pt x="1395" y="420379"/>
                    <a:pt x="0" y="417012"/>
                    <a:pt x="0" y="413501"/>
                  </a:cubicBezTo>
                  <a:lnTo>
                    <a:pt x="0" y="13240"/>
                  </a:lnTo>
                  <a:cubicBezTo>
                    <a:pt x="0" y="9728"/>
                    <a:pt x="1395" y="6361"/>
                    <a:pt x="3878" y="3878"/>
                  </a:cubicBezTo>
                  <a:cubicBezTo>
                    <a:pt x="6361" y="1395"/>
                    <a:pt x="9728" y="0"/>
                    <a:pt x="13240" y="0"/>
                  </a:cubicBezTo>
                  <a:close/>
                </a:path>
              </a:pathLst>
            </a:custGeom>
            <a:solidFill>
              <a:srgbClr val="8C52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15"/>
            <p:cNvSpPr txBox="1"/>
            <p:nvPr/>
          </p:nvSpPr>
          <p:spPr>
            <a:xfrm>
              <a:off x="0" y="-47625"/>
              <a:ext cx="2667823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38" name="Google Shape;738;p15"/>
          <p:cNvGrpSpPr/>
          <p:nvPr/>
        </p:nvGrpSpPr>
        <p:grpSpPr>
          <a:xfrm>
            <a:off x="1314613" y="1742000"/>
            <a:ext cx="9356103" cy="1663607"/>
            <a:chOff x="0" y="-47625"/>
            <a:chExt cx="2667823" cy="474365"/>
          </a:xfrm>
        </p:grpSpPr>
        <p:sp>
          <p:nvSpPr>
            <p:cNvPr id="739" name="Google Shape;739;p15"/>
            <p:cNvSpPr/>
            <p:nvPr/>
          </p:nvSpPr>
          <p:spPr>
            <a:xfrm>
              <a:off x="0" y="0"/>
              <a:ext cx="2667823" cy="426740"/>
            </a:xfrm>
            <a:custGeom>
              <a:avLst/>
              <a:gdLst/>
              <a:ahLst/>
              <a:cxnLst/>
              <a:rect l="l" t="t" r="r" b="b"/>
              <a:pathLst>
                <a:path w="2667823" h="426740" extrusionOk="0">
                  <a:moveTo>
                    <a:pt x="14895" y="0"/>
                  </a:moveTo>
                  <a:lnTo>
                    <a:pt x="2652929" y="0"/>
                  </a:lnTo>
                  <a:cubicBezTo>
                    <a:pt x="2656879" y="0"/>
                    <a:pt x="2660667" y="1569"/>
                    <a:pt x="2663461" y="4363"/>
                  </a:cubicBezTo>
                  <a:cubicBezTo>
                    <a:pt x="2666254" y="7156"/>
                    <a:pt x="2667823" y="10944"/>
                    <a:pt x="2667823" y="14895"/>
                  </a:cubicBezTo>
                  <a:lnTo>
                    <a:pt x="2667823" y="411846"/>
                  </a:lnTo>
                  <a:cubicBezTo>
                    <a:pt x="2667823" y="420072"/>
                    <a:pt x="2661155" y="426740"/>
                    <a:pt x="2652929" y="426740"/>
                  </a:cubicBezTo>
                  <a:lnTo>
                    <a:pt x="14895" y="426740"/>
                  </a:lnTo>
                  <a:cubicBezTo>
                    <a:pt x="10944" y="426740"/>
                    <a:pt x="7156" y="425171"/>
                    <a:pt x="4363" y="422378"/>
                  </a:cubicBezTo>
                  <a:cubicBezTo>
                    <a:pt x="1569" y="419584"/>
                    <a:pt x="0" y="415796"/>
                    <a:pt x="0" y="411846"/>
                  </a:cubicBezTo>
                  <a:lnTo>
                    <a:pt x="0" y="14895"/>
                  </a:lnTo>
                  <a:cubicBezTo>
                    <a:pt x="0" y="6668"/>
                    <a:pt x="6668" y="0"/>
                    <a:pt x="14895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Google Shape;740;p15"/>
            <p:cNvSpPr txBox="1"/>
            <p:nvPr/>
          </p:nvSpPr>
          <p:spPr>
            <a:xfrm>
              <a:off x="0" y="-47625"/>
              <a:ext cx="2667823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1" name="Google Shape;741;p15"/>
          <p:cNvSpPr txBox="1"/>
          <p:nvPr/>
        </p:nvSpPr>
        <p:spPr>
          <a:xfrm>
            <a:off x="1749929" y="1919707"/>
            <a:ext cx="8634874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Courier"/>
                <a:sym typeface="Courier"/>
              </a:rPr>
              <a:t>HOW TO START CP?</a:t>
            </a:r>
            <a:endParaRPr sz="105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A91466-6B48-2811-B204-D8C4307E4C6C}"/>
              </a:ext>
            </a:extLst>
          </p:cNvPr>
          <p:cNvSpPr txBox="1"/>
          <p:nvPr/>
        </p:nvSpPr>
        <p:spPr>
          <a:xfrm>
            <a:off x="1314613" y="4087154"/>
            <a:ext cx="9533496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Learn a programming language well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Understand a basic data structure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Master essential algorithms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Start with beginner-friendly platforms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Solve basic problems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Focus on pattern recognition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Participate in contests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>
                <a:solidFill>
                  <a:schemeClr val="bg1"/>
                </a:solidFill>
              </a:rPr>
              <a:t>- Practice Consistently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oogle Shape;746;p16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747" name="Google Shape;747;p16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748" name="Google Shape;748;p1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6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0" name="Google Shape;750;p16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751" name="Google Shape;751;p16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6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53" name="Google Shape;753;p16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754" name="Google Shape;754;p16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755" name="Google Shape;755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57" name="Google Shape;757;p16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758" name="Google Shape;758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0" name="Google Shape;760;p16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761" name="Google Shape;761;p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6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63" name="Google Shape;763;p16"/>
          <p:cNvGrpSpPr/>
          <p:nvPr/>
        </p:nvGrpSpPr>
        <p:grpSpPr>
          <a:xfrm>
            <a:off x="1125260" y="1237485"/>
            <a:ext cx="15844362" cy="1663607"/>
            <a:chOff x="0" y="-47625"/>
            <a:chExt cx="4517902" cy="474365"/>
          </a:xfrm>
        </p:grpSpPr>
        <p:sp>
          <p:nvSpPr>
            <p:cNvPr id="764" name="Google Shape;764;p16"/>
            <p:cNvSpPr/>
            <p:nvPr/>
          </p:nvSpPr>
          <p:spPr>
            <a:xfrm>
              <a:off x="0" y="0"/>
              <a:ext cx="4517902" cy="426740"/>
            </a:xfrm>
            <a:custGeom>
              <a:avLst/>
              <a:gdLst/>
              <a:ahLst/>
              <a:cxnLst/>
              <a:rect l="l" t="t" r="r" b="b"/>
              <a:pathLst>
                <a:path w="4517902" h="426740" extrusionOk="0">
                  <a:moveTo>
                    <a:pt x="7818" y="0"/>
                  </a:moveTo>
                  <a:lnTo>
                    <a:pt x="4510084" y="0"/>
                  </a:lnTo>
                  <a:cubicBezTo>
                    <a:pt x="4514402" y="0"/>
                    <a:pt x="4517902" y="3500"/>
                    <a:pt x="4517902" y="7818"/>
                  </a:cubicBezTo>
                  <a:lnTo>
                    <a:pt x="4517902" y="418922"/>
                  </a:lnTo>
                  <a:cubicBezTo>
                    <a:pt x="4517902" y="423240"/>
                    <a:pt x="4514402" y="426740"/>
                    <a:pt x="4510084" y="426740"/>
                  </a:cubicBezTo>
                  <a:lnTo>
                    <a:pt x="7818" y="426740"/>
                  </a:lnTo>
                  <a:cubicBezTo>
                    <a:pt x="3500" y="426740"/>
                    <a:pt x="0" y="423240"/>
                    <a:pt x="0" y="418922"/>
                  </a:cubicBezTo>
                  <a:lnTo>
                    <a:pt x="0" y="7818"/>
                  </a:lnTo>
                  <a:cubicBezTo>
                    <a:pt x="0" y="3500"/>
                    <a:pt x="3500" y="0"/>
                    <a:pt x="7818" y="0"/>
                  </a:cubicBezTo>
                  <a:close/>
                </a:path>
              </a:pathLst>
            </a:custGeom>
            <a:solidFill>
              <a:srgbClr val="C1F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Google Shape;765;p16"/>
            <p:cNvSpPr txBox="1"/>
            <p:nvPr/>
          </p:nvSpPr>
          <p:spPr>
            <a:xfrm>
              <a:off x="0" y="-47625"/>
              <a:ext cx="4517902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6" name="Google Shape;766;p16"/>
          <p:cNvGrpSpPr/>
          <p:nvPr/>
        </p:nvGrpSpPr>
        <p:grpSpPr>
          <a:xfrm>
            <a:off x="1318379" y="1549442"/>
            <a:ext cx="15844362" cy="1663607"/>
            <a:chOff x="0" y="-47625"/>
            <a:chExt cx="4517902" cy="474365"/>
          </a:xfrm>
        </p:grpSpPr>
        <p:sp>
          <p:nvSpPr>
            <p:cNvPr id="767" name="Google Shape;767;p16"/>
            <p:cNvSpPr/>
            <p:nvPr/>
          </p:nvSpPr>
          <p:spPr>
            <a:xfrm>
              <a:off x="0" y="0"/>
              <a:ext cx="4517902" cy="426740"/>
            </a:xfrm>
            <a:custGeom>
              <a:avLst/>
              <a:gdLst/>
              <a:ahLst/>
              <a:cxnLst/>
              <a:rect l="l" t="t" r="r" b="b"/>
              <a:pathLst>
                <a:path w="4517902" h="426740" extrusionOk="0">
                  <a:moveTo>
                    <a:pt x="8795" y="0"/>
                  </a:moveTo>
                  <a:lnTo>
                    <a:pt x="4509107" y="0"/>
                  </a:lnTo>
                  <a:cubicBezTo>
                    <a:pt x="4511440" y="0"/>
                    <a:pt x="4513677" y="927"/>
                    <a:pt x="4515326" y="2576"/>
                  </a:cubicBezTo>
                  <a:cubicBezTo>
                    <a:pt x="4516975" y="4225"/>
                    <a:pt x="4517902" y="6463"/>
                    <a:pt x="4517902" y="8795"/>
                  </a:cubicBezTo>
                  <a:lnTo>
                    <a:pt x="4517902" y="417945"/>
                  </a:lnTo>
                  <a:cubicBezTo>
                    <a:pt x="4517902" y="420277"/>
                    <a:pt x="4516975" y="422515"/>
                    <a:pt x="4515326" y="424164"/>
                  </a:cubicBezTo>
                  <a:cubicBezTo>
                    <a:pt x="4513677" y="425813"/>
                    <a:pt x="4511440" y="426740"/>
                    <a:pt x="4509107" y="426740"/>
                  </a:cubicBezTo>
                  <a:lnTo>
                    <a:pt x="8795" y="426740"/>
                  </a:lnTo>
                  <a:cubicBezTo>
                    <a:pt x="6463" y="426740"/>
                    <a:pt x="4225" y="425813"/>
                    <a:pt x="2576" y="424164"/>
                  </a:cubicBezTo>
                  <a:cubicBezTo>
                    <a:pt x="927" y="422515"/>
                    <a:pt x="0" y="420277"/>
                    <a:pt x="0" y="417945"/>
                  </a:cubicBezTo>
                  <a:lnTo>
                    <a:pt x="0" y="8795"/>
                  </a:lnTo>
                  <a:cubicBezTo>
                    <a:pt x="0" y="6463"/>
                    <a:pt x="927" y="4225"/>
                    <a:pt x="2576" y="2576"/>
                  </a:cubicBezTo>
                  <a:cubicBezTo>
                    <a:pt x="4225" y="927"/>
                    <a:pt x="6463" y="0"/>
                    <a:pt x="8795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Google Shape;768;p16"/>
            <p:cNvSpPr txBox="1"/>
            <p:nvPr/>
          </p:nvSpPr>
          <p:spPr>
            <a:xfrm>
              <a:off x="0" y="-47625"/>
              <a:ext cx="4517902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9" name="Google Shape;769;p16"/>
          <p:cNvSpPr txBox="1"/>
          <p:nvPr/>
        </p:nvSpPr>
        <p:spPr>
          <a:xfrm>
            <a:off x="1711836" y="1727149"/>
            <a:ext cx="13667322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19993"/>
              </a:lnSpc>
            </a:pPr>
            <a:r>
              <a:rPr lang="en-US" sz="8000" dirty="0">
                <a:solidFill>
                  <a:schemeClr val="bg1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Key DSA Topics to Master</a:t>
            </a:r>
            <a:endParaRPr sz="8000" dirty="0">
              <a:solidFill>
                <a:schemeClr val="bg1"/>
              </a:solidFill>
            </a:endParaRPr>
          </a:p>
        </p:txBody>
      </p:sp>
      <p:sp>
        <p:nvSpPr>
          <p:cNvPr id="770" name="Google Shape;770;p16"/>
          <p:cNvSpPr txBox="1"/>
          <p:nvPr/>
        </p:nvSpPr>
        <p:spPr>
          <a:xfrm>
            <a:off x="1572763" y="3803733"/>
            <a:ext cx="4647083" cy="3360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979"/>
              </a:lnSpc>
            </a:pPr>
            <a:r>
              <a:rPr lang="en-US" sz="2800" b="1" u="sng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Data Structures</a:t>
            </a:r>
          </a:p>
          <a:p>
            <a:pPr>
              <a:lnSpc>
                <a:spcPct val="119979"/>
              </a:lnSpc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     Arrays &amp; String</a:t>
            </a:r>
          </a:p>
          <a:p>
            <a:pPr marL="457200" indent="-4572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Stack &amp; Queue</a:t>
            </a:r>
          </a:p>
          <a:p>
            <a:pPr marL="457200" indent="-4572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Linked List </a:t>
            </a:r>
          </a:p>
          <a:p>
            <a:pPr marL="457200" indent="-4572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Trees</a:t>
            </a:r>
            <a:endParaRPr lang="en-US" sz="2400" dirty="0">
              <a:solidFill>
                <a:schemeClr val="bg1"/>
              </a:solidFill>
              <a:latin typeface="Arial" panose="020B0604020202020204" pitchFamily="34" charset="0"/>
              <a:ea typeface="PT Serif" pitchFamily="34" charset="-122"/>
              <a:cs typeface="Arial" panose="020B0604020202020204" pitchFamily="34" charset="0"/>
            </a:endParaRPr>
          </a:p>
          <a:p>
            <a:pPr marL="457200" indent="-4572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Graphs</a:t>
            </a:r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1" name="Google Shape;771;p16"/>
          <p:cNvSpPr txBox="1"/>
          <p:nvPr/>
        </p:nvSpPr>
        <p:spPr>
          <a:xfrm>
            <a:off x="12494387" y="3887521"/>
            <a:ext cx="5321515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19979"/>
              </a:lnSpc>
            </a:pPr>
            <a:r>
              <a:rPr lang="en-US" sz="2800" b="1" u="sng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Mathematics</a:t>
            </a:r>
          </a:p>
          <a:p>
            <a:pPr marL="342900" indent="-3429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Number Theory</a:t>
            </a:r>
          </a:p>
          <a:p>
            <a:pPr marL="342900" indent="-342900">
              <a:lnSpc>
                <a:spcPct val="119979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Fundamental Concepts</a:t>
            </a:r>
          </a:p>
          <a:p>
            <a:pPr marL="0" marR="0" lvl="0" indent="0" algn="l" rtl="0">
              <a:lnSpc>
                <a:spcPct val="119979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2" name="Google Shape;772;p16"/>
          <p:cNvSpPr txBox="1"/>
          <p:nvPr/>
        </p:nvSpPr>
        <p:spPr>
          <a:xfrm>
            <a:off x="7292583" y="3682320"/>
            <a:ext cx="4514187" cy="37056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800" b="1" u="sng" dirty="0">
                <a:solidFill>
                  <a:schemeClr val="bg1"/>
                </a:solidFill>
                <a:latin typeface="Arial" panose="020B0604020202020204" pitchFamily="34" charset="0"/>
                <a:ea typeface="PT Serif" pitchFamily="34" charset="-122"/>
                <a:cs typeface="Arial" panose="020B0604020202020204" pitchFamily="34" charset="0"/>
              </a:rPr>
              <a:t>Algorithms</a:t>
            </a:r>
          </a:p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Searching</a:t>
            </a:r>
          </a:p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Sorting</a:t>
            </a:r>
          </a:p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Greedy Algorithms</a:t>
            </a:r>
          </a:p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Recursion</a:t>
            </a:r>
          </a:p>
          <a:p>
            <a:pPr marL="259081" lvl="1">
              <a:lnSpc>
                <a:spcPct val="139958"/>
              </a:lnSpc>
              <a:buClr>
                <a:srgbClr val="FFFFFF"/>
              </a:buClr>
              <a:buSzPts val="2400"/>
            </a:pP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Dynamic Programming</a:t>
            </a:r>
            <a:endParaRPr dirty="0"/>
          </a:p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FFFFFF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grpSp>
        <p:nvGrpSpPr>
          <p:cNvPr id="774" name="Google Shape;774;p16"/>
          <p:cNvGrpSpPr/>
          <p:nvPr/>
        </p:nvGrpSpPr>
        <p:grpSpPr>
          <a:xfrm>
            <a:off x="13246400" y="7007894"/>
            <a:ext cx="3916340" cy="2119405"/>
            <a:chOff x="0" y="-167144"/>
            <a:chExt cx="5221787" cy="2825873"/>
          </a:xfrm>
        </p:grpSpPr>
        <p:grpSp>
          <p:nvGrpSpPr>
            <p:cNvPr id="775" name="Google Shape;775;p16"/>
            <p:cNvGrpSpPr/>
            <p:nvPr/>
          </p:nvGrpSpPr>
          <p:grpSpPr>
            <a:xfrm>
              <a:off x="2369196" y="2097451"/>
              <a:ext cx="2852590" cy="561278"/>
              <a:chOff x="0" y="-47625"/>
              <a:chExt cx="812800" cy="159927"/>
            </a:xfrm>
          </p:grpSpPr>
          <p:sp>
            <p:nvSpPr>
              <p:cNvPr id="776" name="Google Shape;776;p16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16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16"/>
            <p:cNvGrpSpPr/>
            <p:nvPr/>
          </p:nvGrpSpPr>
          <p:grpSpPr>
            <a:xfrm>
              <a:off x="2004094" y="1343076"/>
              <a:ext cx="3217693" cy="561278"/>
              <a:chOff x="0" y="-47625"/>
              <a:chExt cx="916830" cy="159927"/>
            </a:xfrm>
          </p:grpSpPr>
          <p:sp>
            <p:nvSpPr>
              <p:cNvPr id="779" name="Google Shape;779;p16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16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1" name="Google Shape;781;p16"/>
            <p:cNvGrpSpPr/>
            <p:nvPr/>
          </p:nvGrpSpPr>
          <p:grpSpPr>
            <a:xfrm>
              <a:off x="1272208" y="-167144"/>
              <a:ext cx="1611242" cy="561278"/>
              <a:chOff x="0" y="-47625"/>
              <a:chExt cx="459098" cy="159927"/>
            </a:xfrm>
          </p:grpSpPr>
          <p:sp>
            <p:nvSpPr>
              <p:cNvPr id="782" name="Google Shape;782;p16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Google Shape;783;p16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4" name="Google Shape;784;p16"/>
            <p:cNvGrpSpPr/>
            <p:nvPr/>
          </p:nvGrpSpPr>
          <p:grpSpPr>
            <a:xfrm>
              <a:off x="3255874" y="587966"/>
              <a:ext cx="1965913" cy="561278"/>
              <a:chOff x="0" y="-47625"/>
              <a:chExt cx="560156" cy="159927"/>
            </a:xfrm>
          </p:grpSpPr>
          <p:sp>
            <p:nvSpPr>
              <p:cNvPr id="785" name="Google Shape;785;p16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6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7" name="Google Shape;787;p16"/>
            <p:cNvGrpSpPr/>
            <p:nvPr/>
          </p:nvGrpSpPr>
          <p:grpSpPr>
            <a:xfrm>
              <a:off x="3913058" y="-167144"/>
              <a:ext cx="1308729" cy="561278"/>
              <a:chOff x="0" y="-47625"/>
              <a:chExt cx="372901" cy="159927"/>
            </a:xfrm>
          </p:grpSpPr>
          <p:sp>
            <p:nvSpPr>
              <p:cNvPr id="788" name="Google Shape;788;p16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6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0" name="Google Shape;790;p16"/>
            <p:cNvGrpSpPr/>
            <p:nvPr/>
          </p:nvGrpSpPr>
          <p:grpSpPr>
            <a:xfrm>
              <a:off x="554116" y="1343076"/>
              <a:ext cx="1308729" cy="561278"/>
              <a:chOff x="0" y="-47625"/>
              <a:chExt cx="372901" cy="159927"/>
            </a:xfrm>
          </p:grpSpPr>
          <p:sp>
            <p:nvSpPr>
              <p:cNvPr id="791" name="Google Shape;791;p16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6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3" name="Google Shape;793;p16"/>
            <p:cNvGrpSpPr/>
            <p:nvPr/>
          </p:nvGrpSpPr>
          <p:grpSpPr>
            <a:xfrm>
              <a:off x="929650" y="2097451"/>
              <a:ext cx="1308729" cy="561278"/>
              <a:chOff x="0" y="-47625"/>
              <a:chExt cx="372901" cy="159927"/>
            </a:xfrm>
          </p:grpSpPr>
          <p:sp>
            <p:nvSpPr>
              <p:cNvPr id="794" name="Google Shape;794;p16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6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6" name="Google Shape;796;p16"/>
            <p:cNvGrpSpPr/>
            <p:nvPr/>
          </p:nvGrpSpPr>
          <p:grpSpPr>
            <a:xfrm>
              <a:off x="2369196" y="587966"/>
              <a:ext cx="797586" cy="561278"/>
              <a:chOff x="0" y="-47625"/>
              <a:chExt cx="227259" cy="159927"/>
            </a:xfrm>
          </p:grpSpPr>
          <p:sp>
            <p:nvSpPr>
              <p:cNvPr id="797" name="Google Shape;797;p16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6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99" name="Google Shape;799;p16"/>
            <p:cNvGrpSpPr/>
            <p:nvPr/>
          </p:nvGrpSpPr>
          <p:grpSpPr>
            <a:xfrm>
              <a:off x="0" y="2097451"/>
              <a:ext cx="797586" cy="561278"/>
              <a:chOff x="0" y="-47625"/>
              <a:chExt cx="227259" cy="159927"/>
            </a:xfrm>
          </p:grpSpPr>
          <p:sp>
            <p:nvSpPr>
              <p:cNvPr id="800" name="Google Shape;800;p16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6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16"/>
            <p:cNvGrpSpPr/>
            <p:nvPr/>
          </p:nvGrpSpPr>
          <p:grpSpPr>
            <a:xfrm>
              <a:off x="2997906" y="-167144"/>
              <a:ext cx="797586" cy="561278"/>
              <a:chOff x="0" y="-47625"/>
              <a:chExt cx="227259" cy="159927"/>
            </a:xfrm>
          </p:grpSpPr>
          <p:sp>
            <p:nvSpPr>
              <p:cNvPr id="803" name="Google Shape;803;p16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6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4" name="Google Shape;1414;p29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18" name="Google Shape;1418;p29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1419" name="Google Shape;1419;p2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421" name="Google Shape;1421;p29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422" name="Google Shape;1422;p29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1423" name="Google Shape;1423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5" name="Google Shape;1425;p29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1426" name="Google Shape;1426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8" name="Google Shape;1428;p29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1429" name="Google Shape;1429;p2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31" name="Google Shape;1431;p29"/>
          <p:cNvGrpSpPr/>
          <p:nvPr/>
        </p:nvGrpSpPr>
        <p:grpSpPr>
          <a:xfrm rot="10800000">
            <a:off x="11282447" y="1977113"/>
            <a:ext cx="2175845" cy="1177502"/>
            <a:chOff x="0" y="-92862"/>
            <a:chExt cx="2901127" cy="1570002"/>
          </a:xfrm>
        </p:grpSpPr>
        <p:grpSp>
          <p:nvGrpSpPr>
            <p:cNvPr id="1432" name="Google Shape;1432;p29"/>
            <p:cNvGrpSpPr/>
            <p:nvPr/>
          </p:nvGrpSpPr>
          <p:grpSpPr>
            <a:xfrm>
              <a:off x="1316281" y="1165305"/>
              <a:ext cx="1584846" cy="311835"/>
              <a:chOff x="0" y="-47625"/>
              <a:chExt cx="812800" cy="159927"/>
            </a:xfrm>
          </p:grpSpPr>
          <p:sp>
            <p:nvSpPr>
              <p:cNvPr id="1433" name="Google Shape;1433;p2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5" name="Google Shape;1435;p29"/>
            <p:cNvGrpSpPr/>
            <p:nvPr/>
          </p:nvGrpSpPr>
          <p:grpSpPr>
            <a:xfrm>
              <a:off x="1113437" y="746188"/>
              <a:ext cx="1787690" cy="311835"/>
              <a:chOff x="0" y="-47625"/>
              <a:chExt cx="916830" cy="159927"/>
            </a:xfrm>
          </p:grpSpPr>
          <p:sp>
            <p:nvSpPr>
              <p:cNvPr id="1436" name="Google Shape;1436;p2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Google Shape;1437;p29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38" name="Google Shape;1438;p29"/>
            <p:cNvGrpSpPr/>
            <p:nvPr/>
          </p:nvGrpSpPr>
          <p:grpSpPr>
            <a:xfrm>
              <a:off x="706815" y="-92862"/>
              <a:ext cx="895176" cy="311835"/>
              <a:chOff x="0" y="-47625"/>
              <a:chExt cx="459098" cy="159927"/>
            </a:xfrm>
          </p:grpSpPr>
          <p:sp>
            <p:nvSpPr>
              <p:cNvPr id="1439" name="Google Shape;1439;p2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Google Shape;1440;p29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1" name="Google Shape;1441;p29"/>
            <p:cNvGrpSpPr/>
            <p:nvPr/>
          </p:nvGrpSpPr>
          <p:grpSpPr>
            <a:xfrm>
              <a:off x="1808902" y="326663"/>
              <a:ext cx="1092224" cy="311835"/>
              <a:chOff x="0" y="-47625"/>
              <a:chExt cx="560156" cy="159927"/>
            </a:xfrm>
          </p:grpSpPr>
          <p:sp>
            <p:nvSpPr>
              <p:cNvPr id="1442" name="Google Shape;1442;p2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4" name="Google Shape;1444;p29"/>
            <p:cNvGrpSpPr/>
            <p:nvPr/>
          </p:nvGrpSpPr>
          <p:grpSpPr>
            <a:xfrm>
              <a:off x="2174021" y="-92862"/>
              <a:ext cx="727105" cy="311835"/>
              <a:chOff x="0" y="-47625"/>
              <a:chExt cx="372901" cy="159927"/>
            </a:xfrm>
          </p:grpSpPr>
          <p:sp>
            <p:nvSpPr>
              <p:cNvPr id="1445" name="Google Shape;1445;p2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47" name="Google Shape;1447;p29"/>
            <p:cNvGrpSpPr/>
            <p:nvPr/>
          </p:nvGrpSpPr>
          <p:grpSpPr>
            <a:xfrm>
              <a:off x="307857" y="746188"/>
              <a:ext cx="727105" cy="311835"/>
              <a:chOff x="0" y="-47625"/>
              <a:chExt cx="372901" cy="159927"/>
            </a:xfrm>
          </p:grpSpPr>
          <p:sp>
            <p:nvSpPr>
              <p:cNvPr id="1448" name="Google Shape;1448;p2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0" name="Google Shape;1450;p29"/>
            <p:cNvGrpSpPr/>
            <p:nvPr/>
          </p:nvGrpSpPr>
          <p:grpSpPr>
            <a:xfrm>
              <a:off x="516496" y="1165305"/>
              <a:ext cx="727105" cy="311835"/>
              <a:chOff x="0" y="-47625"/>
              <a:chExt cx="372901" cy="159927"/>
            </a:xfrm>
          </p:grpSpPr>
          <p:sp>
            <p:nvSpPr>
              <p:cNvPr id="1451" name="Google Shape;1451;p2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3" name="Google Shape;1453;p29"/>
            <p:cNvGrpSpPr/>
            <p:nvPr/>
          </p:nvGrpSpPr>
          <p:grpSpPr>
            <a:xfrm>
              <a:off x="1316281" y="326663"/>
              <a:ext cx="443124" cy="311835"/>
              <a:chOff x="0" y="-47625"/>
              <a:chExt cx="227259" cy="159927"/>
            </a:xfrm>
          </p:grpSpPr>
          <p:sp>
            <p:nvSpPr>
              <p:cNvPr id="1454" name="Google Shape;1454;p2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6" name="Google Shape;1456;p29"/>
            <p:cNvGrpSpPr/>
            <p:nvPr/>
          </p:nvGrpSpPr>
          <p:grpSpPr>
            <a:xfrm>
              <a:off x="0" y="1165305"/>
              <a:ext cx="443124" cy="311835"/>
              <a:chOff x="0" y="-47625"/>
              <a:chExt cx="227259" cy="159927"/>
            </a:xfrm>
          </p:grpSpPr>
          <p:sp>
            <p:nvSpPr>
              <p:cNvPr id="1457" name="Google Shape;1457;p2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59" name="Google Shape;1459;p29"/>
            <p:cNvGrpSpPr/>
            <p:nvPr/>
          </p:nvGrpSpPr>
          <p:grpSpPr>
            <a:xfrm>
              <a:off x="1665580" y="-92862"/>
              <a:ext cx="443124" cy="311835"/>
              <a:chOff x="0" y="-47625"/>
              <a:chExt cx="227259" cy="159927"/>
            </a:xfrm>
          </p:grpSpPr>
          <p:sp>
            <p:nvSpPr>
              <p:cNvPr id="1460" name="Google Shape;1460;p2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62" name="Google Shape;1462;p29"/>
          <p:cNvSpPr txBox="1"/>
          <p:nvPr/>
        </p:nvSpPr>
        <p:spPr>
          <a:xfrm>
            <a:off x="919048" y="1258112"/>
            <a:ext cx="8999635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rgbClr val="FFFFFF"/>
                </a:solidFill>
                <a:latin typeface="Courier"/>
                <a:sym typeface="Courier"/>
              </a:rPr>
              <a:t>WHERE TO DO CP?</a:t>
            </a:r>
            <a:endParaRPr sz="1100" dirty="0"/>
          </a:p>
        </p:txBody>
      </p:sp>
      <p:sp>
        <p:nvSpPr>
          <p:cNvPr id="1463" name="Google Shape;1463;p29"/>
          <p:cNvSpPr txBox="1"/>
          <p:nvPr/>
        </p:nvSpPr>
        <p:spPr>
          <a:xfrm>
            <a:off x="919048" y="3201212"/>
            <a:ext cx="8047679" cy="33978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Hackerrank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Leetcode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Hackerearth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Codechef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Codeforces</a:t>
            </a: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- GeeksforGeeks</a:t>
            </a:r>
            <a:endParaRPr lang="en-US" sz="2800" dirty="0">
              <a:solidFill>
                <a:srgbClr val="FFFFFF"/>
              </a:solidFill>
              <a:latin typeface="Roboto Mono"/>
              <a:ea typeface="Roboto Mono"/>
              <a:sym typeface="Roboto Mono"/>
            </a:endParaRPr>
          </a:p>
        </p:txBody>
      </p:sp>
      <p:pic>
        <p:nvPicPr>
          <p:cNvPr id="1466" name="Google Shape;1466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49050" y="1963238"/>
            <a:ext cx="1195175" cy="12281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7" name="Google Shape;1467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834969" y="2004025"/>
            <a:ext cx="1504102" cy="11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8" name="Google Shape;146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335058" y="3644026"/>
            <a:ext cx="1087675" cy="117274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9" name="Google Shape;1469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896450" y="3459750"/>
            <a:ext cx="1326412" cy="1177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0" name="Google Shape;1470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4639801" y="3666227"/>
            <a:ext cx="1195175" cy="11683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1" name="Google Shape;1471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43897" y="3709550"/>
            <a:ext cx="1195175" cy="1216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2" name="Google Shape;1472;p2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19725" y="5354483"/>
            <a:ext cx="1918325" cy="14540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3" name="Google Shape;1473;p2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3430062" y="5428733"/>
            <a:ext cx="1683900" cy="1305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4" name="Google Shape;1474;p29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5335872" y="5514092"/>
            <a:ext cx="2175875" cy="13238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5" name="Google Shape;1475;p29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54050" y="7346188"/>
            <a:ext cx="1504100" cy="12861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6" name="Google Shape;1476;p29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3215225" y="7375298"/>
            <a:ext cx="1898725" cy="1329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7" name="Google Shape;1477;p29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5410527" y="7426325"/>
            <a:ext cx="2026573" cy="1286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0" name="Google Shape;910;p19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911" name="Google Shape;911;p19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912" name="Google Shape;912;p1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9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4" name="Google Shape;914;p19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915" name="Google Shape;915;p19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9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917" name="Google Shape;917;p19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918" name="Google Shape;918;p19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919" name="Google Shape;919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1" name="Google Shape;921;p19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922" name="Google Shape;922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4" name="Google Shape;924;p19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925" name="Google Shape;925;p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9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927" name="Google Shape;927;p19"/>
          <p:cNvGrpSpPr/>
          <p:nvPr/>
        </p:nvGrpSpPr>
        <p:grpSpPr>
          <a:xfrm>
            <a:off x="1028700" y="1369325"/>
            <a:ext cx="9356103" cy="1663607"/>
            <a:chOff x="0" y="-47625"/>
            <a:chExt cx="2667823" cy="474365"/>
          </a:xfrm>
        </p:grpSpPr>
        <p:sp>
          <p:nvSpPr>
            <p:cNvPr id="928" name="Google Shape;928;p19"/>
            <p:cNvSpPr/>
            <p:nvPr/>
          </p:nvSpPr>
          <p:spPr>
            <a:xfrm>
              <a:off x="0" y="0"/>
              <a:ext cx="2667823" cy="426740"/>
            </a:xfrm>
            <a:custGeom>
              <a:avLst/>
              <a:gdLst/>
              <a:ahLst/>
              <a:cxnLst/>
              <a:rect l="l" t="t" r="r" b="b"/>
              <a:pathLst>
                <a:path w="2667823" h="426740" extrusionOk="0">
                  <a:moveTo>
                    <a:pt x="13240" y="0"/>
                  </a:moveTo>
                  <a:lnTo>
                    <a:pt x="2654584" y="0"/>
                  </a:lnTo>
                  <a:cubicBezTo>
                    <a:pt x="2658095" y="0"/>
                    <a:pt x="2661463" y="1395"/>
                    <a:pt x="2663945" y="3878"/>
                  </a:cubicBezTo>
                  <a:cubicBezTo>
                    <a:pt x="2666428" y="6361"/>
                    <a:pt x="2667823" y="9728"/>
                    <a:pt x="2667823" y="13240"/>
                  </a:cubicBezTo>
                  <a:lnTo>
                    <a:pt x="2667823" y="413501"/>
                  </a:lnTo>
                  <a:cubicBezTo>
                    <a:pt x="2667823" y="417012"/>
                    <a:pt x="2666428" y="420379"/>
                    <a:pt x="2663945" y="422862"/>
                  </a:cubicBezTo>
                  <a:cubicBezTo>
                    <a:pt x="2661463" y="425345"/>
                    <a:pt x="2658095" y="426740"/>
                    <a:pt x="2654584" y="426740"/>
                  </a:cubicBezTo>
                  <a:lnTo>
                    <a:pt x="13240" y="426740"/>
                  </a:lnTo>
                  <a:cubicBezTo>
                    <a:pt x="9728" y="426740"/>
                    <a:pt x="6361" y="425345"/>
                    <a:pt x="3878" y="422862"/>
                  </a:cubicBezTo>
                  <a:cubicBezTo>
                    <a:pt x="1395" y="420379"/>
                    <a:pt x="0" y="417012"/>
                    <a:pt x="0" y="413501"/>
                  </a:cubicBezTo>
                  <a:lnTo>
                    <a:pt x="0" y="13240"/>
                  </a:lnTo>
                  <a:cubicBezTo>
                    <a:pt x="0" y="9728"/>
                    <a:pt x="1395" y="6361"/>
                    <a:pt x="3878" y="3878"/>
                  </a:cubicBezTo>
                  <a:cubicBezTo>
                    <a:pt x="6361" y="1395"/>
                    <a:pt x="9728" y="0"/>
                    <a:pt x="13240" y="0"/>
                  </a:cubicBezTo>
                  <a:close/>
                </a:path>
              </a:pathLst>
            </a:custGeom>
            <a:solidFill>
              <a:srgbClr val="C1FF7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19"/>
            <p:cNvSpPr txBox="1"/>
            <p:nvPr/>
          </p:nvSpPr>
          <p:spPr>
            <a:xfrm>
              <a:off x="0" y="-47625"/>
              <a:ext cx="2667823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30" name="Google Shape;930;p19"/>
          <p:cNvGrpSpPr/>
          <p:nvPr/>
        </p:nvGrpSpPr>
        <p:grpSpPr>
          <a:xfrm>
            <a:off x="1156618" y="1489431"/>
            <a:ext cx="9356103" cy="1663607"/>
            <a:chOff x="0" y="-47625"/>
            <a:chExt cx="2667823" cy="474365"/>
          </a:xfrm>
        </p:grpSpPr>
        <p:sp>
          <p:nvSpPr>
            <p:cNvPr id="931" name="Google Shape;931;p19"/>
            <p:cNvSpPr/>
            <p:nvPr/>
          </p:nvSpPr>
          <p:spPr>
            <a:xfrm>
              <a:off x="0" y="0"/>
              <a:ext cx="2667823" cy="426740"/>
            </a:xfrm>
            <a:custGeom>
              <a:avLst/>
              <a:gdLst/>
              <a:ahLst/>
              <a:cxnLst/>
              <a:rect l="l" t="t" r="r" b="b"/>
              <a:pathLst>
                <a:path w="2667823" h="426740" extrusionOk="0">
                  <a:moveTo>
                    <a:pt x="14895" y="0"/>
                  </a:moveTo>
                  <a:lnTo>
                    <a:pt x="2652929" y="0"/>
                  </a:lnTo>
                  <a:cubicBezTo>
                    <a:pt x="2656879" y="0"/>
                    <a:pt x="2660667" y="1569"/>
                    <a:pt x="2663461" y="4363"/>
                  </a:cubicBezTo>
                  <a:cubicBezTo>
                    <a:pt x="2666254" y="7156"/>
                    <a:pt x="2667823" y="10944"/>
                    <a:pt x="2667823" y="14895"/>
                  </a:cubicBezTo>
                  <a:lnTo>
                    <a:pt x="2667823" y="411846"/>
                  </a:lnTo>
                  <a:cubicBezTo>
                    <a:pt x="2667823" y="420072"/>
                    <a:pt x="2661155" y="426740"/>
                    <a:pt x="2652929" y="426740"/>
                  </a:cubicBezTo>
                  <a:lnTo>
                    <a:pt x="14895" y="426740"/>
                  </a:lnTo>
                  <a:cubicBezTo>
                    <a:pt x="10944" y="426740"/>
                    <a:pt x="7156" y="425171"/>
                    <a:pt x="4363" y="422378"/>
                  </a:cubicBezTo>
                  <a:cubicBezTo>
                    <a:pt x="1569" y="419584"/>
                    <a:pt x="0" y="415796"/>
                    <a:pt x="0" y="411846"/>
                  </a:cubicBezTo>
                  <a:lnTo>
                    <a:pt x="0" y="14895"/>
                  </a:lnTo>
                  <a:cubicBezTo>
                    <a:pt x="0" y="6668"/>
                    <a:pt x="6668" y="0"/>
                    <a:pt x="14895" y="0"/>
                  </a:cubicBezTo>
                  <a:close/>
                </a:path>
              </a:pathLst>
            </a:custGeom>
            <a:solidFill>
              <a:srgbClr val="000000"/>
            </a:solidFill>
            <a:ln w="28575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19"/>
            <p:cNvSpPr txBox="1"/>
            <p:nvPr/>
          </p:nvSpPr>
          <p:spPr>
            <a:xfrm>
              <a:off x="0" y="-47625"/>
              <a:ext cx="2667823" cy="4743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0425" tIns="60425" rIns="60425" bIns="60425" anchor="ctr" anchorCtr="0">
              <a:noAutofit/>
            </a:bodyPr>
            <a:lstStyle/>
            <a:p>
              <a:pPr marL="0" marR="0" lvl="0" indent="0" algn="ctr" rtl="0">
                <a:lnSpc>
                  <a:spcPct val="18661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33" name="Google Shape;933;p19"/>
          <p:cNvSpPr/>
          <p:nvPr/>
        </p:nvSpPr>
        <p:spPr>
          <a:xfrm>
            <a:off x="1028700" y="4184512"/>
            <a:ext cx="4697072" cy="469707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37910" y="0"/>
                </a:moveTo>
                <a:lnTo>
                  <a:pt x="774890" y="0"/>
                </a:lnTo>
                <a:cubicBezTo>
                  <a:pt x="784945" y="0"/>
                  <a:pt x="794587" y="3994"/>
                  <a:pt x="801697" y="11103"/>
                </a:cubicBezTo>
                <a:cubicBezTo>
                  <a:pt x="808806" y="18213"/>
                  <a:pt x="812800" y="27855"/>
                  <a:pt x="812800" y="37910"/>
                </a:cubicBezTo>
                <a:lnTo>
                  <a:pt x="812800" y="774890"/>
                </a:lnTo>
                <a:cubicBezTo>
                  <a:pt x="812800" y="784945"/>
                  <a:pt x="808806" y="794587"/>
                  <a:pt x="801697" y="801697"/>
                </a:cubicBezTo>
                <a:cubicBezTo>
                  <a:pt x="794587" y="808806"/>
                  <a:pt x="784945" y="812800"/>
                  <a:pt x="774890" y="812800"/>
                </a:cubicBezTo>
                <a:lnTo>
                  <a:pt x="37910" y="812800"/>
                </a:lnTo>
                <a:cubicBezTo>
                  <a:pt x="27855" y="812800"/>
                  <a:pt x="18213" y="808806"/>
                  <a:pt x="11103" y="801697"/>
                </a:cubicBezTo>
                <a:cubicBezTo>
                  <a:pt x="3994" y="794587"/>
                  <a:pt x="0" y="784945"/>
                  <a:pt x="0" y="774890"/>
                </a:cubicBezTo>
                <a:lnTo>
                  <a:pt x="0" y="37910"/>
                </a:lnTo>
                <a:cubicBezTo>
                  <a:pt x="0" y="27855"/>
                  <a:pt x="3994" y="18213"/>
                  <a:pt x="11103" y="11103"/>
                </a:cubicBezTo>
                <a:cubicBezTo>
                  <a:pt x="18213" y="3994"/>
                  <a:pt x="27855" y="0"/>
                  <a:pt x="37910" y="0"/>
                </a:cubicBezTo>
                <a:close/>
              </a:path>
            </a:pathLst>
          </a:custGeom>
          <a:solidFill>
            <a:srgbClr val="C1FF7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19"/>
          <p:cNvSpPr/>
          <p:nvPr/>
        </p:nvSpPr>
        <p:spPr>
          <a:xfrm>
            <a:off x="6874132" y="4184512"/>
            <a:ext cx="4697072" cy="4697072"/>
          </a:xfrm>
          <a:custGeom>
            <a:avLst/>
            <a:gdLst/>
            <a:ahLst/>
            <a:cxnLst/>
            <a:rect l="l" t="t" r="r" b="b"/>
            <a:pathLst>
              <a:path w="812800" h="812800" extrusionOk="0">
                <a:moveTo>
                  <a:pt x="37910" y="0"/>
                </a:moveTo>
                <a:lnTo>
                  <a:pt x="774890" y="0"/>
                </a:lnTo>
                <a:cubicBezTo>
                  <a:pt x="784945" y="0"/>
                  <a:pt x="794587" y="3994"/>
                  <a:pt x="801697" y="11103"/>
                </a:cubicBezTo>
                <a:cubicBezTo>
                  <a:pt x="808806" y="18213"/>
                  <a:pt x="812800" y="27855"/>
                  <a:pt x="812800" y="37910"/>
                </a:cubicBezTo>
                <a:lnTo>
                  <a:pt x="812800" y="774890"/>
                </a:lnTo>
                <a:cubicBezTo>
                  <a:pt x="812800" y="784945"/>
                  <a:pt x="808806" y="794587"/>
                  <a:pt x="801697" y="801697"/>
                </a:cubicBezTo>
                <a:cubicBezTo>
                  <a:pt x="794587" y="808806"/>
                  <a:pt x="784945" y="812800"/>
                  <a:pt x="774890" y="812800"/>
                </a:cubicBezTo>
                <a:lnTo>
                  <a:pt x="37910" y="812800"/>
                </a:lnTo>
                <a:cubicBezTo>
                  <a:pt x="27855" y="812800"/>
                  <a:pt x="18213" y="808806"/>
                  <a:pt x="11103" y="801697"/>
                </a:cubicBezTo>
                <a:cubicBezTo>
                  <a:pt x="3994" y="794587"/>
                  <a:pt x="0" y="784945"/>
                  <a:pt x="0" y="774890"/>
                </a:cubicBezTo>
                <a:lnTo>
                  <a:pt x="0" y="37910"/>
                </a:lnTo>
                <a:cubicBezTo>
                  <a:pt x="0" y="27855"/>
                  <a:pt x="3994" y="18213"/>
                  <a:pt x="11103" y="11103"/>
                </a:cubicBezTo>
                <a:cubicBezTo>
                  <a:pt x="18213" y="3994"/>
                  <a:pt x="27855" y="0"/>
                  <a:pt x="37910" y="0"/>
                </a:cubicBezTo>
                <a:close/>
              </a:path>
            </a:pathLst>
          </a:custGeom>
          <a:solidFill>
            <a:srgbClr val="C1FF72"/>
          </a:solidFill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19"/>
          <p:cNvSpPr txBox="1"/>
          <p:nvPr/>
        </p:nvSpPr>
        <p:spPr>
          <a:xfrm>
            <a:off x="1359590" y="1723037"/>
            <a:ext cx="12585010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dirty="0">
                <a:solidFill>
                  <a:srgbClr val="FFFFFF"/>
                </a:solidFill>
                <a:latin typeface="Courier"/>
                <a:sym typeface="Courier"/>
              </a:rPr>
              <a:t>TO BE MASTER IN CP</a:t>
            </a:r>
            <a:endParaRPr sz="1050" dirty="0"/>
          </a:p>
        </p:txBody>
      </p:sp>
      <p:sp>
        <p:nvSpPr>
          <p:cNvPr id="936" name="Google Shape;936;p19"/>
          <p:cNvSpPr txBox="1"/>
          <p:nvPr/>
        </p:nvSpPr>
        <p:spPr>
          <a:xfrm>
            <a:off x="1359590" y="3391552"/>
            <a:ext cx="1009729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Roboto Mono"/>
                <a:ea typeface="Roboto Mono"/>
                <a:sym typeface="Roboto Mono"/>
              </a:rPr>
              <a:t>Practice… Practice… Practice…</a:t>
            </a:r>
            <a:endParaRPr dirty="0"/>
          </a:p>
        </p:txBody>
      </p:sp>
      <p:grpSp>
        <p:nvGrpSpPr>
          <p:cNvPr id="937" name="Google Shape;937;p19"/>
          <p:cNvGrpSpPr/>
          <p:nvPr/>
        </p:nvGrpSpPr>
        <p:grpSpPr>
          <a:xfrm>
            <a:off x="12611614" y="6571199"/>
            <a:ext cx="4647686" cy="2515188"/>
            <a:chOff x="0" y="-198357"/>
            <a:chExt cx="6196915" cy="3353583"/>
          </a:xfrm>
        </p:grpSpPr>
        <p:grpSp>
          <p:nvGrpSpPr>
            <p:cNvPr id="938" name="Google Shape;938;p19"/>
            <p:cNvGrpSpPr/>
            <p:nvPr/>
          </p:nvGrpSpPr>
          <p:grpSpPr>
            <a:xfrm>
              <a:off x="2811625" y="2489134"/>
              <a:ext cx="3385289" cy="666092"/>
              <a:chOff x="0" y="-47625"/>
              <a:chExt cx="812800" cy="159927"/>
            </a:xfrm>
          </p:grpSpPr>
          <p:sp>
            <p:nvSpPr>
              <p:cNvPr id="939" name="Google Shape;939;p19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9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1" name="Google Shape;941;p19"/>
            <p:cNvGrpSpPr/>
            <p:nvPr/>
          </p:nvGrpSpPr>
          <p:grpSpPr>
            <a:xfrm>
              <a:off x="2378343" y="1593884"/>
              <a:ext cx="3818572" cy="666092"/>
              <a:chOff x="0" y="-47625"/>
              <a:chExt cx="916830" cy="159927"/>
            </a:xfrm>
          </p:grpSpPr>
          <p:sp>
            <p:nvSpPr>
              <p:cNvPr id="942" name="Google Shape;942;p19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9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4" name="Google Shape;944;p19"/>
            <p:cNvGrpSpPr/>
            <p:nvPr/>
          </p:nvGrpSpPr>
          <p:grpSpPr>
            <a:xfrm>
              <a:off x="1509783" y="-198357"/>
              <a:ext cx="1912129" cy="666092"/>
              <a:chOff x="0" y="-47625"/>
              <a:chExt cx="459098" cy="159927"/>
            </a:xfrm>
          </p:grpSpPr>
          <p:sp>
            <p:nvSpPr>
              <p:cNvPr id="945" name="Google Shape;945;p19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9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47" name="Google Shape;947;p19"/>
            <p:cNvGrpSpPr/>
            <p:nvPr/>
          </p:nvGrpSpPr>
          <p:grpSpPr>
            <a:xfrm>
              <a:off x="3863883" y="697764"/>
              <a:ext cx="2333032" cy="666092"/>
              <a:chOff x="0" y="-47625"/>
              <a:chExt cx="560156" cy="159927"/>
            </a:xfrm>
          </p:grpSpPr>
          <p:sp>
            <p:nvSpPr>
              <p:cNvPr id="948" name="Google Shape;948;p19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0" name="Google Shape;950;p19"/>
            <p:cNvGrpSpPr/>
            <p:nvPr/>
          </p:nvGrpSpPr>
          <p:grpSpPr>
            <a:xfrm>
              <a:off x="4643791" y="-198357"/>
              <a:ext cx="1553124" cy="666092"/>
              <a:chOff x="0" y="-47625"/>
              <a:chExt cx="372901" cy="159927"/>
            </a:xfrm>
          </p:grpSpPr>
          <p:sp>
            <p:nvSpPr>
              <p:cNvPr id="951" name="Google Shape;951;p1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3" name="Google Shape;953;p19"/>
            <p:cNvGrpSpPr/>
            <p:nvPr/>
          </p:nvGrpSpPr>
          <p:grpSpPr>
            <a:xfrm>
              <a:off x="657593" y="1593884"/>
              <a:ext cx="1553124" cy="666092"/>
              <a:chOff x="0" y="-47625"/>
              <a:chExt cx="372901" cy="159927"/>
            </a:xfrm>
          </p:grpSpPr>
          <p:sp>
            <p:nvSpPr>
              <p:cNvPr id="954" name="Google Shape;954;p1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6" name="Google Shape;956;p19"/>
            <p:cNvGrpSpPr/>
            <p:nvPr/>
          </p:nvGrpSpPr>
          <p:grpSpPr>
            <a:xfrm>
              <a:off x="1103255" y="2489134"/>
              <a:ext cx="1553124" cy="666092"/>
              <a:chOff x="0" y="-47625"/>
              <a:chExt cx="372901" cy="159927"/>
            </a:xfrm>
          </p:grpSpPr>
          <p:sp>
            <p:nvSpPr>
              <p:cNvPr id="957" name="Google Shape;957;p19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59" name="Google Shape;959;p19"/>
            <p:cNvGrpSpPr/>
            <p:nvPr/>
          </p:nvGrpSpPr>
          <p:grpSpPr>
            <a:xfrm>
              <a:off x="2811625" y="697764"/>
              <a:ext cx="946529" cy="666092"/>
              <a:chOff x="0" y="-47625"/>
              <a:chExt cx="227259" cy="159927"/>
            </a:xfrm>
          </p:grpSpPr>
          <p:sp>
            <p:nvSpPr>
              <p:cNvPr id="960" name="Google Shape;960;p1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2" name="Google Shape;962;p19"/>
            <p:cNvGrpSpPr/>
            <p:nvPr/>
          </p:nvGrpSpPr>
          <p:grpSpPr>
            <a:xfrm>
              <a:off x="0" y="2489134"/>
              <a:ext cx="946529" cy="666092"/>
              <a:chOff x="0" y="-47625"/>
              <a:chExt cx="227259" cy="159927"/>
            </a:xfrm>
          </p:grpSpPr>
          <p:sp>
            <p:nvSpPr>
              <p:cNvPr id="963" name="Google Shape;963;p1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5" name="Google Shape;965;p19"/>
            <p:cNvGrpSpPr/>
            <p:nvPr/>
          </p:nvGrpSpPr>
          <p:grpSpPr>
            <a:xfrm>
              <a:off x="3557742" y="-198357"/>
              <a:ext cx="946529" cy="666092"/>
              <a:chOff x="0" y="-47625"/>
              <a:chExt cx="227259" cy="159927"/>
            </a:xfrm>
          </p:grpSpPr>
          <p:sp>
            <p:nvSpPr>
              <p:cNvPr id="966" name="Google Shape;966;p19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9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968" name="Google Shape;9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4400" y="4371425"/>
            <a:ext cx="4647700" cy="464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9" name="Google Shape;96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82600" y="4371425"/>
            <a:ext cx="4647701" cy="4653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0" name="Google Shape;1360;p28"/>
          <p:cNvGrpSpPr/>
          <p:nvPr/>
        </p:nvGrpSpPr>
        <p:grpSpPr>
          <a:xfrm>
            <a:off x="486062" y="325929"/>
            <a:ext cx="17315876" cy="9454319"/>
            <a:chOff x="0" y="-241102"/>
            <a:chExt cx="23087835" cy="12605759"/>
          </a:xfrm>
        </p:grpSpPr>
        <p:grpSp>
          <p:nvGrpSpPr>
            <p:cNvPr id="1361" name="Google Shape;1361;p28"/>
            <p:cNvGrpSpPr/>
            <p:nvPr/>
          </p:nvGrpSpPr>
          <p:grpSpPr>
            <a:xfrm>
              <a:off x="0" y="-241102"/>
              <a:ext cx="23069216" cy="12605759"/>
              <a:chOff x="0" y="-47625"/>
              <a:chExt cx="4556882" cy="2490026"/>
            </a:xfrm>
          </p:grpSpPr>
          <p:sp>
            <p:nvSpPr>
              <p:cNvPr id="1362" name="Google Shape;1362;p2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8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64" name="Google Shape;1364;p28"/>
            <p:cNvGrpSpPr/>
            <p:nvPr/>
          </p:nvGrpSpPr>
          <p:grpSpPr>
            <a:xfrm>
              <a:off x="18619" y="-241102"/>
              <a:ext cx="23069216" cy="12605759"/>
              <a:chOff x="0" y="-47625"/>
              <a:chExt cx="4556882" cy="2490026"/>
            </a:xfrm>
          </p:grpSpPr>
          <p:sp>
            <p:nvSpPr>
              <p:cNvPr id="1365" name="Google Shape;1365;p28"/>
              <p:cNvSpPr/>
              <p:nvPr/>
            </p:nvSpPr>
            <p:spPr>
              <a:xfrm>
                <a:off x="0" y="0"/>
                <a:ext cx="4556882" cy="2442401"/>
              </a:xfrm>
              <a:custGeom>
                <a:avLst/>
                <a:gdLst/>
                <a:ahLst/>
                <a:cxnLst/>
                <a:rect l="l" t="t" r="r" b="b"/>
                <a:pathLst>
                  <a:path w="4556882" h="2442401" extrusionOk="0">
                    <a:moveTo>
                      <a:pt x="12529" y="0"/>
                    </a:moveTo>
                    <a:lnTo>
                      <a:pt x="4544353" y="0"/>
                    </a:lnTo>
                    <a:cubicBezTo>
                      <a:pt x="4547676" y="0"/>
                      <a:pt x="4550863" y="1320"/>
                      <a:pt x="4553212" y="3670"/>
                    </a:cubicBezTo>
                    <a:cubicBezTo>
                      <a:pt x="4555562" y="6019"/>
                      <a:pt x="4556882" y="9206"/>
                      <a:pt x="4556882" y="12529"/>
                    </a:cubicBezTo>
                    <a:lnTo>
                      <a:pt x="4556882" y="2429872"/>
                    </a:lnTo>
                    <a:cubicBezTo>
                      <a:pt x="4556882" y="2433195"/>
                      <a:pt x="4555562" y="2436381"/>
                      <a:pt x="4553212" y="2438731"/>
                    </a:cubicBezTo>
                    <a:cubicBezTo>
                      <a:pt x="4550863" y="2441080"/>
                      <a:pt x="4547676" y="2442401"/>
                      <a:pt x="4544353" y="2442401"/>
                    </a:cubicBezTo>
                    <a:lnTo>
                      <a:pt x="12529" y="2442401"/>
                    </a:lnTo>
                    <a:cubicBezTo>
                      <a:pt x="9206" y="2442401"/>
                      <a:pt x="6019" y="2441080"/>
                      <a:pt x="3670" y="2438731"/>
                    </a:cubicBezTo>
                    <a:cubicBezTo>
                      <a:pt x="1320" y="2436381"/>
                      <a:pt x="0" y="2433195"/>
                      <a:pt x="0" y="2429872"/>
                    </a:cubicBezTo>
                    <a:lnTo>
                      <a:pt x="0" y="12529"/>
                    </a:lnTo>
                    <a:cubicBezTo>
                      <a:pt x="0" y="9206"/>
                      <a:pt x="1320" y="6019"/>
                      <a:pt x="3670" y="3670"/>
                    </a:cubicBezTo>
                    <a:cubicBezTo>
                      <a:pt x="6019" y="1320"/>
                      <a:pt x="9206" y="0"/>
                      <a:pt x="12529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28575" cap="rnd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Google Shape;1366;p28"/>
              <p:cNvSpPr txBox="1"/>
              <p:nvPr/>
            </p:nvSpPr>
            <p:spPr>
              <a:xfrm>
                <a:off x="0" y="-47625"/>
                <a:ext cx="4556882" cy="2490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1367" name="Google Shape;1367;p28"/>
            <p:cNvCxnSpPr/>
            <p:nvPr/>
          </p:nvCxnSpPr>
          <p:spPr>
            <a:xfrm rot="10800000" flipH="1">
              <a:off x="18619" y="815397"/>
              <a:ext cx="23031977" cy="25400"/>
            </a:xfrm>
            <a:prstGeom prst="straightConnector1">
              <a:avLst/>
            </a:prstGeom>
            <a:noFill/>
            <a:ln w="38100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1368" name="Google Shape;1368;p28"/>
            <p:cNvGrpSpPr/>
            <p:nvPr/>
          </p:nvGrpSpPr>
          <p:grpSpPr>
            <a:xfrm>
              <a:off x="318466" y="201915"/>
              <a:ext cx="394763" cy="394763"/>
              <a:chOff x="0" y="0"/>
              <a:chExt cx="812800" cy="812800"/>
            </a:xfrm>
          </p:grpSpPr>
          <p:sp>
            <p:nvSpPr>
              <p:cNvPr id="1369" name="Google Shape;1369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4F63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1" name="Google Shape;1371;p28"/>
            <p:cNvGrpSpPr/>
            <p:nvPr/>
          </p:nvGrpSpPr>
          <p:grpSpPr>
            <a:xfrm>
              <a:off x="989083" y="201915"/>
              <a:ext cx="394763" cy="394763"/>
              <a:chOff x="0" y="0"/>
              <a:chExt cx="812800" cy="812800"/>
            </a:xfrm>
          </p:grpSpPr>
          <p:sp>
            <p:nvSpPr>
              <p:cNvPr id="1372" name="Google Shape;1372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4" name="Google Shape;1374;p28"/>
            <p:cNvGrpSpPr/>
            <p:nvPr/>
          </p:nvGrpSpPr>
          <p:grpSpPr>
            <a:xfrm>
              <a:off x="1663247" y="201915"/>
              <a:ext cx="394763" cy="394763"/>
              <a:chOff x="0" y="0"/>
              <a:chExt cx="812800" cy="812800"/>
            </a:xfrm>
          </p:grpSpPr>
          <p:sp>
            <p:nvSpPr>
              <p:cNvPr id="1375" name="Google Shape;1375;p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 w="28575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8"/>
              <p:cNvSpPr txBox="1"/>
              <p:nvPr/>
            </p:nvSpPr>
            <p:spPr>
              <a:xfrm>
                <a:off x="76200" y="28575"/>
                <a:ext cx="660400" cy="7080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11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377" name="Google Shape;1377;p28"/>
          <p:cNvGrpSpPr/>
          <p:nvPr/>
        </p:nvGrpSpPr>
        <p:grpSpPr>
          <a:xfrm rot="10800000">
            <a:off x="12109776" y="1603254"/>
            <a:ext cx="5149524" cy="2786766"/>
            <a:chOff x="0" y="-219775"/>
            <a:chExt cx="6866033" cy="3715689"/>
          </a:xfrm>
        </p:grpSpPr>
        <p:grpSp>
          <p:nvGrpSpPr>
            <p:cNvPr id="1378" name="Google Shape;1378;p28"/>
            <p:cNvGrpSpPr/>
            <p:nvPr/>
          </p:nvGrpSpPr>
          <p:grpSpPr>
            <a:xfrm>
              <a:off x="3115213" y="2757900"/>
              <a:ext cx="3750819" cy="738014"/>
              <a:chOff x="0" y="-47625"/>
              <a:chExt cx="812800" cy="159927"/>
            </a:xfrm>
          </p:grpSpPr>
          <p:sp>
            <p:nvSpPr>
              <p:cNvPr id="1379" name="Google Shape;1379;p28"/>
              <p:cNvSpPr/>
              <p:nvPr/>
            </p:nvSpPr>
            <p:spPr>
              <a:xfrm>
                <a:off x="0" y="0"/>
                <a:ext cx="81280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12302" extrusionOk="0">
                    <a:moveTo>
                      <a:pt x="56151" y="0"/>
                    </a:moveTo>
                    <a:lnTo>
                      <a:pt x="756649" y="0"/>
                    </a:lnTo>
                    <a:cubicBezTo>
                      <a:pt x="771541" y="0"/>
                      <a:pt x="785823" y="5916"/>
                      <a:pt x="796354" y="16446"/>
                    </a:cubicBezTo>
                    <a:cubicBezTo>
                      <a:pt x="806884" y="26977"/>
                      <a:pt x="812800" y="41259"/>
                      <a:pt x="812800" y="56151"/>
                    </a:cubicBezTo>
                    <a:lnTo>
                      <a:pt x="812800" y="56151"/>
                    </a:lnTo>
                    <a:cubicBezTo>
                      <a:pt x="812800" y="87162"/>
                      <a:pt x="787660" y="112302"/>
                      <a:pt x="75664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8"/>
              <p:cNvSpPr txBox="1"/>
              <p:nvPr/>
            </p:nvSpPr>
            <p:spPr>
              <a:xfrm>
                <a:off x="0" y="-47625"/>
                <a:ext cx="81280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1" name="Google Shape;1381;p28"/>
            <p:cNvGrpSpPr/>
            <p:nvPr/>
          </p:nvGrpSpPr>
          <p:grpSpPr>
            <a:xfrm>
              <a:off x="2635147" y="1765985"/>
              <a:ext cx="4230886" cy="738014"/>
              <a:chOff x="0" y="-47625"/>
              <a:chExt cx="916830" cy="159927"/>
            </a:xfrm>
          </p:grpSpPr>
          <p:sp>
            <p:nvSpPr>
              <p:cNvPr id="1382" name="Google Shape;1382;p28"/>
              <p:cNvSpPr/>
              <p:nvPr/>
            </p:nvSpPr>
            <p:spPr>
              <a:xfrm>
                <a:off x="0" y="0"/>
                <a:ext cx="916830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916830" h="112302" extrusionOk="0">
                    <a:moveTo>
                      <a:pt x="56151" y="0"/>
                    </a:moveTo>
                    <a:lnTo>
                      <a:pt x="860679" y="0"/>
                    </a:lnTo>
                    <a:cubicBezTo>
                      <a:pt x="891690" y="0"/>
                      <a:pt x="916830" y="25140"/>
                      <a:pt x="916830" y="56151"/>
                    </a:cubicBezTo>
                    <a:lnTo>
                      <a:pt x="916830" y="56151"/>
                    </a:lnTo>
                    <a:cubicBezTo>
                      <a:pt x="916830" y="71043"/>
                      <a:pt x="910914" y="85326"/>
                      <a:pt x="900384" y="95856"/>
                    </a:cubicBezTo>
                    <a:cubicBezTo>
                      <a:pt x="889853" y="106386"/>
                      <a:pt x="875571" y="112302"/>
                      <a:pt x="860679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66C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8"/>
              <p:cNvSpPr txBox="1"/>
              <p:nvPr/>
            </p:nvSpPr>
            <p:spPr>
              <a:xfrm>
                <a:off x="0" y="-47625"/>
                <a:ext cx="916830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4" name="Google Shape;1384;p28"/>
            <p:cNvGrpSpPr/>
            <p:nvPr/>
          </p:nvGrpSpPr>
          <p:grpSpPr>
            <a:xfrm>
              <a:off x="1672803" y="-219775"/>
              <a:ext cx="2118593" cy="738014"/>
              <a:chOff x="0" y="-47625"/>
              <a:chExt cx="459098" cy="159927"/>
            </a:xfrm>
          </p:grpSpPr>
          <p:sp>
            <p:nvSpPr>
              <p:cNvPr id="1385" name="Google Shape;1385;p28"/>
              <p:cNvSpPr/>
              <p:nvPr/>
            </p:nvSpPr>
            <p:spPr>
              <a:xfrm>
                <a:off x="0" y="0"/>
                <a:ext cx="459098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459098" h="112302" extrusionOk="0">
                    <a:moveTo>
                      <a:pt x="56151" y="0"/>
                    </a:moveTo>
                    <a:lnTo>
                      <a:pt x="402947" y="0"/>
                    </a:lnTo>
                    <a:cubicBezTo>
                      <a:pt x="433958" y="0"/>
                      <a:pt x="459098" y="25140"/>
                      <a:pt x="459098" y="56151"/>
                    </a:cubicBezTo>
                    <a:lnTo>
                      <a:pt x="459098" y="56151"/>
                    </a:lnTo>
                    <a:cubicBezTo>
                      <a:pt x="459098" y="71043"/>
                      <a:pt x="453182" y="85326"/>
                      <a:pt x="442651" y="95856"/>
                    </a:cubicBezTo>
                    <a:cubicBezTo>
                      <a:pt x="432121" y="106386"/>
                      <a:pt x="417839" y="112302"/>
                      <a:pt x="402947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8C52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8"/>
              <p:cNvSpPr txBox="1"/>
              <p:nvPr/>
            </p:nvSpPr>
            <p:spPr>
              <a:xfrm>
                <a:off x="0" y="-47625"/>
                <a:ext cx="459098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87" name="Google Shape;1387;p28"/>
            <p:cNvGrpSpPr/>
            <p:nvPr/>
          </p:nvGrpSpPr>
          <p:grpSpPr>
            <a:xfrm>
              <a:off x="4281089" y="773105"/>
              <a:ext cx="2584944" cy="738014"/>
              <a:chOff x="0" y="-47625"/>
              <a:chExt cx="560156" cy="159927"/>
            </a:xfrm>
          </p:grpSpPr>
          <p:sp>
            <p:nvSpPr>
              <p:cNvPr id="1388" name="Google Shape;1388;p28"/>
              <p:cNvSpPr/>
              <p:nvPr/>
            </p:nvSpPr>
            <p:spPr>
              <a:xfrm>
                <a:off x="0" y="0"/>
                <a:ext cx="560156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560156" h="112302" extrusionOk="0">
                    <a:moveTo>
                      <a:pt x="56151" y="0"/>
                    </a:moveTo>
                    <a:lnTo>
                      <a:pt x="504004" y="0"/>
                    </a:lnTo>
                    <a:cubicBezTo>
                      <a:pt x="518897" y="0"/>
                      <a:pt x="533179" y="5916"/>
                      <a:pt x="543709" y="16446"/>
                    </a:cubicBezTo>
                    <a:cubicBezTo>
                      <a:pt x="554240" y="26977"/>
                      <a:pt x="560156" y="41259"/>
                      <a:pt x="560156" y="56151"/>
                    </a:cubicBezTo>
                    <a:lnTo>
                      <a:pt x="560156" y="56151"/>
                    </a:lnTo>
                    <a:cubicBezTo>
                      <a:pt x="560156" y="87162"/>
                      <a:pt x="535016" y="112302"/>
                      <a:pt x="504004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8"/>
              <p:cNvSpPr txBox="1"/>
              <p:nvPr/>
            </p:nvSpPr>
            <p:spPr>
              <a:xfrm>
                <a:off x="0" y="-47625"/>
                <a:ext cx="560156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0" name="Google Shape;1390;p28"/>
            <p:cNvGrpSpPr/>
            <p:nvPr/>
          </p:nvGrpSpPr>
          <p:grpSpPr>
            <a:xfrm>
              <a:off x="5145209" y="-219775"/>
              <a:ext cx="1720824" cy="738014"/>
              <a:chOff x="0" y="-47625"/>
              <a:chExt cx="372901" cy="159927"/>
            </a:xfrm>
          </p:grpSpPr>
          <p:sp>
            <p:nvSpPr>
              <p:cNvPr id="1391" name="Google Shape;1391;p2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3B3A3A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8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3" name="Google Shape;1393;p28"/>
            <p:cNvGrpSpPr/>
            <p:nvPr/>
          </p:nvGrpSpPr>
          <p:grpSpPr>
            <a:xfrm>
              <a:off x="728597" y="1765985"/>
              <a:ext cx="1720824" cy="738014"/>
              <a:chOff x="0" y="-47625"/>
              <a:chExt cx="372901" cy="159927"/>
            </a:xfrm>
          </p:grpSpPr>
          <p:sp>
            <p:nvSpPr>
              <p:cNvPr id="1394" name="Google Shape;1394;p2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8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6" name="Google Shape;1396;p28"/>
            <p:cNvGrpSpPr/>
            <p:nvPr/>
          </p:nvGrpSpPr>
          <p:grpSpPr>
            <a:xfrm>
              <a:off x="1222380" y="2757900"/>
              <a:ext cx="1720824" cy="738014"/>
              <a:chOff x="0" y="-47625"/>
              <a:chExt cx="372901" cy="159927"/>
            </a:xfrm>
          </p:grpSpPr>
          <p:sp>
            <p:nvSpPr>
              <p:cNvPr id="1397" name="Google Shape;1397;p28"/>
              <p:cNvSpPr/>
              <p:nvPr/>
            </p:nvSpPr>
            <p:spPr>
              <a:xfrm>
                <a:off x="0" y="0"/>
                <a:ext cx="372901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372901" h="112302" extrusionOk="0">
                    <a:moveTo>
                      <a:pt x="56151" y="0"/>
                    </a:moveTo>
                    <a:lnTo>
                      <a:pt x="316750" y="0"/>
                    </a:lnTo>
                    <a:cubicBezTo>
                      <a:pt x="347762" y="0"/>
                      <a:pt x="372901" y="25140"/>
                      <a:pt x="372901" y="56151"/>
                    </a:cubicBezTo>
                    <a:lnTo>
                      <a:pt x="372901" y="56151"/>
                    </a:lnTo>
                    <a:cubicBezTo>
                      <a:pt x="372901" y="71043"/>
                      <a:pt x="366985" y="85326"/>
                      <a:pt x="356455" y="95856"/>
                    </a:cubicBezTo>
                    <a:cubicBezTo>
                      <a:pt x="345925" y="106386"/>
                      <a:pt x="331642" y="112302"/>
                      <a:pt x="316750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8"/>
              <p:cNvSpPr txBox="1"/>
              <p:nvPr/>
            </p:nvSpPr>
            <p:spPr>
              <a:xfrm>
                <a:off x="0" y="-47625"/>
                <a:ext cx="372901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9" name="Google Shape;1399;p28"/>
            <p:cNvGrpSpPr/>
            <p:nvPr/>
          </p:nvGrpSpPr>
          <p:grpSpPr>
            <a:xfrm>
              <a:off x="3115213" y="773105"/>
              <a:ext cx="1048731" cy="738014"/>
              <a:chOff x="0" y="-47625"/>
              <a:chExt cx="227259" cy="159927"/>
            </a:xfrm>
          </p:grpSpPr>
          <p:sp>
            <p:nvSpPr>
              <p:cNvPr id="1400" name="Google Shape;1400;p2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FFDE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28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2" name="Google Shape;1402;p28"/>
            <p:cNvGrpSpPr/>
            <p:nvPr/>
          </p:nvGrpSpPr>
          <p:grpSpPr>
            <a:xfrm>
              <a:off x="0" y="2757900"/>
              <a:ext cx="1048731" cy="738014"/>
              <a:chOff x="0" y="-47625"/>
              <a:chExt cx="227259" cy="159927"/>
            </a:xfrm>
          </p:grpSpPr>
          <p:sp>
            <p:nvSpPr>
              <p:cNvPr id="1403" name="Google Shape;1403;p2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54545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28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05" name="Google Shape;1405;p28"/>
            <p:cNvGrpSpPr/>
            <p:nvPr/>
          </p:nvGrpSpPr>
          <p:grpSpPr>
            <a:xfrm>
              <a:off x="3941892" y="-219775"/>
              <a:ext cx="1048731" cy="738014"/>
              <a:chOff x="0" y="-47625"/>
              <a:chExt cx="227259" cy="159927"/>
            </a:xfrm>
          </p:grpSpPr>
          <p:sp>
            <p:nvSpPr>
              <p:cNvPr id="1406" name="Google Shape;1406;p28"/>
              <p:cNvSpPr/>
              <p:nvPr/>
            </p:nvSpPr>
            <p:spPr>
              <a:xfrm>
                <a:off x="0" y="0"/>
                <a:ext cx="227259" cy="112302"/>
              </a:xfrm>
              <a:custGeom>
                <a:avLst/>
                <a:gdLst/>
                <a:ahLst/>
                <a:cxnLst/>
                <a:rect l="l" t="t" r="r" b="b"/>
                <a:pathLst>
                  <a:path w="227259" h="112302" extrusionOk="0">
                    <a:moveTo>
                      <a:pt x="56151" y="0"/>
                    </a:moveTo>
                    <a:lnTo>
                      <a:pt x="171108" y="0"/>
                    </a:lnTo>
                    <a:cubicBezTo>
                      <a:pt x="186000" y="0"/>
                      <a:pt x="200283" y="5916"/>
                      <a:pt x="210813" y="16446"/>
                    </a:cubicBezTo>
                    <a:cubicBezTo>
                      <a:pt x="221343" y="26977"/>
                      <a:pt x="227259" y="41259"/>
                      <a:pt x="227259" y="56151"/>
                    </a:cubicBezTo>
                    <a:lnTo>
                      <a:pt x="227259" y="56151"/>
                    </a:lnTo>
                    <a:cubicBezTo>
                      <a:pt x="227259" y="87162"/>
                      <a:pt x="202120" y="112302"/>
                      <a:pt x="171108" y="112302"/>
                    </a:cubicBezTo>
                    <a:lnTo>
                      <a:pt x="56151" y="112302"/>
                    </a:lnTo>
                    <a:cubicBezTo>
                      <a:pt x="41259" y="112302"/>
                      <a:pt x="26977" y="106386"/>
                      <a:pt x="16446" y="95856"/>
                    </a:cubicBezTo>
                    <a:cubicBezTo>
                      <a:pt x="5916" y="85326"/>
                      <a:pt x="0" y="71043"/>
                      <a:pt x="0" y="56151"/>
                    </a:cubicBezTo>
                    <a:lnTo>
                      <a:pt x="0" y="56151"/>
                    </a:lnTo>
                    <a:cubicBezTo>
                      <a:pt x="0" y="41259"/>
                      <a:pt x="5916" y="26977"/>
                      <a:pt x="16446" y="16446"/>
                    </a:cubicBezTo>
                    <a:cubicBezTo>
                      <a:pt x="26977" y="5916"/>
                      <a:pt x="41259" y="0"/>
                      <a:pt x="56151" y="0"/>
                    </a:cubicBezTo>
                    <a:close/>
                  </a:path>
                </a:pathLst>
              </a:custGeom>
              <a:solidFill>
                <a:srgbClr val="7ED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28"/>
              <p:cNvSpPr txBox="1"/>
              <p:nvPr/>
            </p:nvSpPr>
            <p:spPr>
              <a:xfrm>
                <a:off x="0" y="-47625"/>
                <a:ext cx="227259" cy="1599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8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409" name="Google Shape;1409;p28"/>
          <p:cNvSpPr txBox="1"/>
          <p:nvPr/>
        </p:nvSpPr>
        <p:spPr>
          <a:xfrm>
            <a:off x="1028700" y="1431803"/>
            <a:ext cx="12804764" cy="14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999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633" b="0" i="0" u="none" strike="noStrike" cap="none">
                <a:solidFill>
                  <a:srgbClr val="FFFFFF"/>
                </a:solidFill>
                <a:latin typeface="Courier"/>
                <a:ea typeface="Courier"/>
                <a:cs typeface="Courier"/>
                <a:sym typeface="Courier"/>
              </a:rPr>
              <a:t>THANK YOU!</a:t>
            </a:r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17127-7077-690C-D39C-4F749F2DE55F}"/>
              </a:ext>
            </a:extLst>
          </p:cNvPr>
          <p:cNvSpPr/>
          <p:nvPr/>
        </p:nvSpPr>
        <p:spPr>
          <a:xfrm>
            <a:off x="1227875" y="3480529"/>
            <a:ext cx="9786490" cy="5227053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 Presentation">
  <a:themeElements>
    <a:clrScheme name="Office">
      <a:dk1>
        <a:srgbClr val="000000"/>
      </a:dk1>
      <a:lt1>
        <a:srgbClr val="FFFFFF"/>
      </a:lt1>
      <a:dk2>
        <a:srgbClr val="FF4F63"/>
      </a:dk2>
      <a:lt2>
        <a:srgbClr val="FF66C4"/>
      </a:lt2>
      <a:accent1>
        <a:srgbClr val="8C52FF"/>
      </a:accent1>
      <a:accent2>
        <a:srgbClr val="11121B"/>
      </a:accent2>
      <a:accent3>
        <a:srgbClr val="7ED957"/>
      </a:accent3>
      <a:accent4>
        <a:srgbClr val="C1FF72"/>
      </a:accent4>
      <a:accent5>
        <a:srgbClr val="FFDE59"/>
      </a:accent5>
      <a:accent6>
        <a:srgbClr val="888888"/>
      </a:accent6>
      <a:hlink>
        <a:srgbClr val="545454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245</Words>
  <Application>Microsoft Office PowerPoint</Application>
  <PresentationFormat>Custom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Calibri</vt:lpstr>
      <vt:lpstr>Arial</vt:lpstr>
      <vt:lpstr>Courier</vt:lpstr>
      <vt:lpstr>Roboto Mono</vt:lpstr>
      <vt:lpstr>PT Serif</vt:lpstr>
      <vt:lpstr>Wingdings</vt:lpstr>
      <vt:lpstr>Introduction to Java Programming for High School 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Yogesh Rebari</dc:creator>
  <cp:lastModifiedBy>Yogesh Rebari</cp:lastModifiedBy>
  <cp:revision>5</cp:revision>
  <cp:lastPrinted>2025-11-20T09:55:12Z</cp:lastPrinted>
  <dcterms:modified xsi:type="dcterms:W3CDTF">2026-04-18T04:32:28Z</dcterms:modified>
</cp:coreProperties>
</file>